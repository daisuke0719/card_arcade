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caa20b2eb44c78" /><Relationship Type="http://schemas.openxmlformats.org/officeDocument/2006/relationships/extended-properties" Target="/docProps/app.xml" Id="Re04d435d1b8442a7" /><Relationship Type="http://schemas.openxmlformats.org/officeDocument/2006/relationships/officeDocument" Target="/ppt/presentation.xml" Id="R4ed1f2e55f7e4d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3e182bd9784d7d"/>
  </p:sldMasterIdLst>
  <p:notesMasterIdLst>
    <p:notesMasterId xmlns:r="http://schemas.openxmlformats.org/officeDocument/2006/relationships" r:id="R5d787f31b6174df1"/>
  </p:notesMasterIdLst>
  <p:sldIdLst>
    <p:sldId xmlns:r="http://schemas.openxmlformats.org/officeDocument/2006/relationships" id="256" r:id="R096cb04356764b1f"/>
    <p:sldId xmlns:r="http://schemas.openxmlformats.org/officeDocument/2006/relationships" id="257" r:id="Ra36082fb2257479c"/>
    <p:sldId xmlns:r="http://schemas.openxmlformats.org/officeDocument/2006/relationships" id="258" r:id="Rafb9e7cd7a714317"/>
    <p:sldId xmlns:r="http://schemas.openxmlformats.org/officeDocument/2006/relationships" id="259" r:id="R8ff33f3518454c02"/>
    <p:sldId xmlns:r="http://schemas.openxmlformats.org/officeDocument/2006/relationships" id="260" r:id="R29a324eba2734374"/>
    <p:sldId xmlns:r="http://schemas.openxmlformats.org/officeDocument/2006/relationships" id="261" r:id="R9be389e888b74947"/>
    <p:sldId xmlns:r="http://schemas.openxmlformats.org/officeDocument/2006/relationships" id="262" r:id="R1c083ea3cd1b4fa5"/>
    <p:sldId xmlns:r="http://schemas.openxmlformats.org/officeDocument/2006/relationships" id="263" r:id="R0147004b1a0b4f0e"/>
    <p:sldId xmlns:r="http://schemas.openxmlformats.org/officeDocument/2006/relationships" id="264" r:id="R9ac73678d2824756"/>
    <p:sldId xmlns:r="http://schemas.openxmlformats.org/officeDocument/2006/relationships" id="265" r:id="R36e643e5a6a24295"/>
    <p:sldId xmlns:r="http://schemas.openxmlformats.org/officeDocument/2006/relationships" id="266" r:id="R18019f23383540da"/>
    <p:sldId xmlns:r="http://schemas.openxmlformats.org/officeDocument/2006/relationships" id="267" r:id="Raca63e1cb5fe4d5c"/>
    <p:sldId xmlns:r="http://schemas.openxmlformats.org/officeDocument/2006/relationships" id="268" r:id="R4058ab00e53445dc"/>
    <p:sldId xmlns:r="http://schemas.openxmlformats.org/officeDocument/2006/relationships" id="269" r:id="R3b300ece71cb42ca"/>
    <p:sldId xmlns:r="http://schemas.openxmlformats.org/officeDocument/2006/relationships" id="270" r:id="R04838e7763f74cd3"/>
    <p:sldId xmlns:r="http://schemas.openxmlformats.org/officeDocument/2006/relationships" id="271" r:id="R26126f9e62294baf"/>
    <p:sldId xmlns:r="http://schemas.openxmlformats.org/officeDocument/2006/relationships" id="272" r:id="R19a3a7cbd6da4b3c"/>
    <p:sldId xmlns:r="http://schemas.openxmlformats.org/officeDocument/2006/relationships" id="273" r:id="R75104de7ea0e4b07"/>
    <p:sldId xmlns:r="http://schemas.openxmlformats.org/officeDocument/2006/relationships" id="274" r:id="Rb427ba49265a48ea"/>
    <p:sldId xmlns:r="http://schemas.openxmlformats.org/officeDocument/2006/relationships" id="275" r:id="R4679db8c4ca94ad5"/>
    <p:sldId xmlns:r="http://schemas.openxmlformats.org/officeDocument/2006/relationships" id="276" r:id="R54a29a0c8c0b486b"/>
    <p:sldId xmlns:r="http://schemas.openxmlformats.org/officeDocument/2006/relationships" id="277" r:id="Raa6e02ff9a0b4d9d"/>
    <p:sldId xmlns:r="http://schemas.openxmlformats.org/officeDocument/2006/relationships" id="278" r:id="R9094ae0fdc684cf9"/>
    <p:sldId xmlns:r="http://schemas.openxmlformats.org/officeDocument/2006/relationships" id="279" r:id="R01049a25ff2d4251"/>
    <p:sldId xmlns:r="http://schemas.openxmlformats.org/officeDocument/2006/relationships" id="280" r:id="Rb2e24f7e07a64838"/>
    <p:sldId xmlns:r="http://schemas.openxmlformats.org/officeDocument/2006/relationships" id="281" r:id="R226311a0fa364798"/>
    <p:sldId xmlns:r="http://schemas.openxmlformats.org/officeDocument/2006/relationships" id="282" r:id="Ra783bc77e513481d"/>
    <p:sldId xmlns:r="http://schemas.openxmlformats.org/officeDocument/2006/relationships" id="283" r:id="R89123a568b5a4e80"/>
    <p:sldId xmlns:r="http://schemas.openxmlformats.org/officeDocument/2006/relationships" id="284" r:id="R09a248492eec4931"/>
    <p:sldId xmlns:r="http://schemas.openxmlformats.org/officeDocument/2006/relationships" id="285" r:id="R82cc4796205b4573"/>
    <p:sldId xmlns:r="http://schemas.openxmlformats.org/officeDocument/2006/relationships" id="286" r:id="Rbe3bd25e6dfb4eff"/>
    <p:sldId xmlns:r="http://schemas.openxmlformats.org/officeDocument/2006/relationships" id="287" r:id="R7e904c61169c47d0"/>
    <p:sldId xmlns:r="http://schemas.openxmlformats.org/officeDocument/2006/relationships" id="288" r:id="Rd4a5410f28a74a16"/>
    <p:sldId xmlns:r="http://schemas.openxmlformats.org/officeDocument/2006/relationships" id="289" r:id="R15a8b94cbf96466f"/>
    <p:sldId xmlns:r="http://schemas.openxmlformats.org/officeDocument/2006/relationships" id="290" r:id="R352be3ab123d4386"/>
    <p:sldId xmlns:r="http://schemas.openxmlformats.org/officeDocument/2006/relationships" id="291" r:id="Ref45bd25b2784998"/>
    <p:sldId xmlns:r="http://schemas.openxmlformats.org/officeDocument/2006/relationships" id="292" r:id="Rff34715282ce4028"/>
    <p:sldId xmlns:r="http://schemas.openxmlformats.org/officeDocument/2006/relationships" id="293" r:id="R3b89dabe35c24971"/>
    <p:sldId xmlns:r="http://schemas.openxmlformats.org/officeDocument/2006/relationships" id="294" r:id="R8e7ac6ba5e3c47e6"/>
    <p:sldId xmlns:r="http://schemas.openxmlformats.org/officeDocument/2006/relationships" id="295" r:id="Rd6e9d004dbf547f6"/>
    <p:sldId xmlns:r="http://schemas.openxmlformats.org/officeDocument/2006/relationships" id="296" r:id="Rbf2ac9a3dd854a86"/>
    <p:sldId xmlns:r="http://schemas.openxmlformats.org/officeDocument/2006/relationships" id="297" r:id="Rc6d6140ff07d4889"/>
    <p:sldId xmlns:r="http://schemas.openxmlformats.org/officeDocument/2006/relationships" id="298" r:id="R5cc30408fb044435"/>
    <p:sldId xmlns:r="http://schemas.openxmlformats.org/officeDocument/2006/relationships" id="299" r:id="Rf42a301e57a14694"/>
    <p:sldId xmlns:r="http://schemas.openxmlformats.org/officeDocument/2006/relationships" id="300" r:id="R6c372e826640482e"/>
    <p:sldId xmlns:r="http://schemas.openxmlformats.org/officeDocument/2006/relationships" id="301" r:id="R2274e9772bbc4748"/>
    <p:sldId xmlns:r="http://schemas.openxmlformats.org/officeDocument/2006/relationships" id="302" r:id="Rd040064ce7964490"/>
    <p:sldId xmlns:r="http://schemas.openxmlformats.org/officeDocument/2006/relationships" id="303" r:id="R587e582e05194530"/>
    <p:sldId xmlns:r="http://schemas.openxmlformats.org/officeDocument/2006/relationships" id="304" r:id="R5108664571034561"/>
    <p:sldId xmlns:r="http://schemas.openxmlformats.org/officeDocument/2006/relationships" id="305" r:id="R0c9bdd17c0ed48e7"/>
    <p:sldId xmlns:r="http://schemas.openxmlformats.org/officeDocument/2006/relationships" id="306" r:id="R5bf93b40d9ab41a0"/>
    <p:sldId xmlns:r="http://schemas.openxmlformats.org/officeDocument/2006/relationships" id="307" r:id="R9f050d2248e24550"/>
    <p:sldId xmlns:r="http://schemas.openxmlformats.org/officeDocument/2006/relationships" id="308" r:id="Rede15b8eb40d4080"/>
    <p:sldId xmlns:r="http://schemas.openxmlformats.org/officeDocument/2006/relationships" id="309" r:id="R02417a772ebb4e6a"/>
    <p:sldId xmlns:r="http://schemas.openxmlformats.org/officeDocument/2006/relationships" id="310" r:id="R1b85192f620f4c46"/>
    <p:sldId xmlns:r="http://schemas.openxmlformats.org/officeDocument/2006/relationships" id="311" r:id="R8d327c31d7014b9e"/>
    <p:sldId xmlns:r="http://schemas.openxmlformats.org/officeDocument/2006/relationships" id="312" r:id="R6c5476d12bed48e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568d58b8784c17" /><Relationship Type="http://schemas.openxmlformats.org/officeDocument/2006/relationships/slideMaster" Target="/ppt/slideMasters/slideMaster1.xml" Id="R573e182bd9784d7d" /><Relationship Type="http://schemas.openxmlformats.org/officeDocument/2006/relationships/notesMaster" Target="/ppt/notesMasters/notesMaster1.xml" Id="R5d787f31b6174df1" /><Relationship Type="http://schemas.openxmlformats.org/officeDocument/2006/relationships/presProps" Target="/ppt/presProps.xml" Id="Reb7df6e5c3864b8e" /><Relationship Type="http://schemas.openxmlformats.org/officeDocument/2006/relationships/tableStyles" Target="/ppt/tableStyles.xml" Id="R062e1a4385134ba4" /><Relationship Type="http://schemas.openxmlformats.org/officeDocument/2006/relationships/slide" Target="/ppt/slides/slide1.xml" Id="R096cb04356764b1f" /><Relationship Type="http://schemas.openxmlformats.org/officeDocument/2006/relationships/slide" Target="/ppt/slides/slide2.xml" Id="Ra36082fb2257479c" /><Relationship Type="http://schemas.openxmlformats.org/officeDocument/2006/relationships/slide" Target="/ppt/slides/slide3.xml" Id="Rafb9e7cd7a714317" /><Relationship Type="http://schemas.openxmlformats.org/officeDocument/2006/relationships/slide" Target="/ppt/slides/slide4.xml" Id="R8ff33f3518454c02" /><Relationship Type="http://schemas.openxmlformats.org/officeDocument/2006/relationships/slide" Target="/ppt/slides/slide5.xml" Id="R29a324eba2734374" /><Relationship Type="http://schemas.openxmlformats.org/officeDocument/2006/relationships/slide" Target="/ppt/slides/slide6.xml" Id="R9be389e888b74947" /><Relationship Type="http://schemas.openxmlformats.org/officeDocument/2006/relationships/slide" Target="/ppt/slides/slide7.xml" Id="R1c083ea3cd1b4fa5" /><Relationship Type="http://schemas.openxmlformats.org/officeDocument/2006/relationships/slide" Target="/ppt/slides/slide8.xml" Id="R0147004b1a0b4f0e" /><Relationship Type="http://schemas.openxmlformats.org/officeDocument/2006/relationships/slide" Target="/ppt/slides/slide9.xml" Id="R9ac73678d2824756" /><Relationship Type="http://schemas.openxmlformats.org/officeDocument/2006/relationships/slide" Target="/ppt/slides/slide10.xml" Id="R36e643e5a6a24295" /><Relationship Type="http://schemas.openxmlformats.org/officeDocument/2006/relationships/slide" Target="/ppt/slides/slide11.xml" Id="R18019f23383540da" /><Relationship Type="http://schemas.openxmlformats.org/officeDocument/2006/relationships/slide" Target="/ppt/slides/slide12.xml" Id="Raca63e1cb5fe4d5c" /><Relationship Type="http://schemas.openxmlformats.org/officeDocument/2006/relationships/slide" Target="/ppt/slides/slide13.xml" Id="R4058ab00e53445dc" /><Relationship Type="http://schemas.openxmlformats.org/officeDocument/2006/relationships/slide" Target="/ppt/slides/slide14.xml" Id="R3b300ece71cb42ca" /><Relationship Type="http://schemas.openxmlformats.org/officeDocument/2006/relationships/slide" Target="/ppt/slides/slide15.xml" Id="R04838e7763f74cd3" /><Relationship Type="http://schemas.openxmlformats.org/officeDocument/2006/relationships/slide" Target="/ppt/slides/slide16.xml" Id="R26126f9e62294baf" /><Relationship Type="http://schemas.openxmlformats.org/officeDocument/2006/relationships/slide" Target="/ppt/slides/slide17.xml" Id="R19a3a7cbd6da4b3c" /><Relationship Type="http://schemas.openxmlformats.org/officeDocument/2006/relationships/slide" Target="/ppt/slides/slide18.xml" Id="R75104de7ea0e4b07" /><Relationship Type="http://schemas.openxmlformats.org/officeDocument/2006/relationships/slide" Target="/ppt/slides/slide19.xml" Id="Rb427ba49265a48ea" /><Relationship Type="http://schemas.openxmlformats.org/officeDocument/2006/relationships/slide" Target="/ppt/slides/slide20.xml" Id="R4679db8c4ca94ad5" /><Relationship Type="http://schemas.openxmlformats.org/officeDocument/2006/relationships/slide" Target="/ppt/slides/slide21.xml" Id="R54a29a0c8c0b486b" /><Relationship Type="http://schemas.openxmlformats.org/officeDocument/2006/relationships/slide" Target="/ppt/slides/slide22.xml" Id="Raa6e02ff9a0b4d9d" /><Relationship Type="http://schemas.openxmlformats.org/officeDocument/2006/relationships/slide" Target="/ppt/slides/slide23.xml" Id="R9094ae0fdc684cf9" /><Relationship Type="http://schemas.openxmlformats.org/officeDocument/2006/relationships/slide" Target="/ppt/slides/slide24.xml" Id="R01049a25ff2d4251" /><Relationship Type="http://schemas.openxmlformats.org/officeDocument/2006/relationships/slide" Target="/ppt/slides/slide25.xml" Id="Rb2e24f7e07a64838" /><Relationship Type="http://schemas.openxmlformats.org/officeDocument/2006/relationships/slide" Target="/ppt/slides/slide26.xml" Id="R226311a0fa364798" /><Relationship Type="http://schemas.openxmlformats.org/officeDocument/2006/relationships/slide" Target="/ppt/slides/slide27.xml" Id="Ra783bc77e513481d" /><Relationship Type="http://schemas.openxmlformats.org/officeDocument/2006/relationships/slide" Target="/ppt/slides/slide28.xml" Id="R89123a568b5a4e80" /><Relationship Type="http://schemas.openxmlformats.org/officeDocument/2006/relationships/slide" Target="/ppt/slides/slide29.xml" Id="R09a248492eec4931" /><Relationship Type="http://schemas.openxmlformats.org/officeDocument/2006/relationships/slide" Target="/ppt/slides/slide30.xml" Id="R82cc4796205b4573" /><Relationship Type="http://schemas.openxmlformats.org/officeDocument/2006/relationships/slide" Target="/ppt/slides/slide31.xml" Id="Rbe3bd25e6dfb4eff" /><Relationship Type="http://schemas.openxmlformats.org/officeDocument/2006/relationships/slide" Target="/ppt/slides/slide32.xml" Id="R7e904c61169c47d0" /><Relationship Type="http://schemas.openxmlformats.org/officeDocument/2006/relationships/slide" Target="/ppt/slides/slide33.xml" Id="Rd4a5410f28a74a16" /><Relationship Type="http://schemas.openxmlformats.org/officeDocument/2006/relationships/slide" Target="/ppt/slides/slide34.xml" Id="R15a8b94cbf96466f" /><Relationship Type="http://schemas.openxmlformats.org/officeDocument/2006/relationships/slide" Target="/ppt/slides/slide35.xml" Id="R352be3ab123d4386" /><Relationship Type="http://schemas.openxmlformats.org/officeDocument/2006/relationships/slide" Target="/ppt/slides/slide36.xml" Id="Ref45bd25b2784998" /><Relationship Type="http://schemas.openxmlformats.org/officeDocument/2006/relationships/slide" Target="/ppt/slides/slide37.xml" Id="Rff34715282ce4028" /><Relationship Type="http://schemas.openxmlformats.org/officeDocument/2006/relationships/slide" Target="/ppt/slides/slide38.xml" Id="R3b89dabe35c24971" /><Relationship Type="http://schemas.openxmlformats.org/officeDocument/2006/relationships/slide" Target="/ppt/slides/slide39.xml" Id="R8e7ac6ba5e3c47e6" /><Relationship Type="http://schemas.openxmlformats.org/officeDocument/2006/relationships/slide" Target="/ppt/slides/slide40.xml" Id="Rd6e9d004dbf547f6" /><Relationship Type="http://schemas.openxmlformats.org/officeDocument/2006/relationships/slide" Target="/ppt/slides/slide41.xml" Id="Rbf2ac9a3dd854a86" /><Relationship Type="http://schemas.openxmlformats.org/officeDocument/2006/relationships/slide" Target="/ppt/slides/slide42.xml" Id="Rc6d6140ff07d4889" /><Relationship Type="http://schemas.openxmlformats.org/officeDocument/2006/relationships/slide" Target="/ppt/slides/slide43.xml" Id="R5cc30408fb044435" /><Relationship Type="http://schemas.openxmlformats.org/officeDocument/2006/relationships/slide" Target="/ppt/slides/slide44.xml" Id="Rf42a301e57a14694" /><Relationship Type="http://schemas.openxmlformats.org/officeDocument/2006/relationships/slide" Target="/ppt/slides/slide45.xml" Id="R6c372e826640482e" /><Relationship Type="http://schemas.openxmlformats.org/officeDocument/2006/relationships/slide" Target="/ppt/slides/slide46.xml" Id="R2274e9772bbc4748" /><Relationship Type="http://schemas.openxmlformats.org/officeDocument/2006/relationships/slide" Target="/ppt/slides/slide47.xml" Id="Rd040064ce7964490" /><Relationship Type="http://schemas.openxmlformats.org/officeDocument/2006/relationships/slide" Target="/ppt/slides/slide48.xml" Id="R587e582e05194530" /><Relationship Type="http://schemas.openxmlformats.org/officeDocument/2006/relationships/slide" Target="/ppt/slides/slide49.xml" Id="R5108664571034561" /><Relationship Type="http://schemas.openxmlformats.org/officeDocument/2006/relationships/slide" Target="/ppt/slides/slide50.xml" Id="R0c9bdd17c0ed48e7" /><Relationship Type="http://schemas.openxmlformats.org/officeDocument/2006/relationships/slide" Target="/ppt/slides/slide51.xml" Id="R5bf93b40d9ab41a0" /><Relationship Type="http://schemas.openxmlformats.org/officeDocument/2006/relationships/slide" Target="/ppt/slides/slide52.xml" Id="R9f050d2248e24550" /><Relationship Type="http://schemas.openxmlformats.org/officeDocument/2006/relationships/slide" Target="/ppt/slides/slide53.xml" Id="Rede15b8eb40d4080" /><Relationship Type="http://schemas.openxmlformats.org/officeDocument/2006/relationships/slide" Target="/ppt/slides/slide54.xml" Id="R02417a772ebb4e6a" /><Relationship Type="http://schemas.openxmlformats.org/officeDocument/2006/relationships/slide" Target="/ppt/slides/slide55.xml" Id="R1b85192f620f4c46" /><Relationship Type="http://schemas.openxmlformats.org/officeDocument/2006/relationships/slide" Target="/ppt/slides/slide56.xml" Id="R8d327c31d7014b9e" /><Relationship Type="http://schemas.openxmlformats.org/officeDocument/2006/relationships/slide" Target="/ppt/slides/slide57.xml" Id="R6c5476d12bed48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4cccd394734e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5414dfb2544962" /><Relationship Type="http://schemas.openxmlformats.org/officeDocument/2006/relationships/notesMaster" Target="/ppt/notesMasters/notesMaster1.xml" Id="Rbbbe8d57d4354b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104a2c5a424167" /><Relationship Type="http://schemas.openxmlformats.org/officeDocument/2006/relationships/notesMaster" Target="/ppt/notesMasters/notesMaster1.xml" Id="Ra8fc592518a247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fa7453c6da4113" /><Relationship Type="http://schemas.openxmlformats.org/officeDocument/2006/relationships/notesMaster" Target="/ppt/notesMasters/notesMaster1.xml" Id="R7c647d76e7f34b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6ed69e60524ade" /><Relationship Type="http://schemas.openxmlformats.org/officeDocument/2006/relationships/notesMaster" Target="/ppt/notesMasters/notesMaster1.xml" Id="R6f76d49087854b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522ae9b2674cb7" /><Relationship Type="http://schemas.openxmlformats.org/officeDocument/2006/relationships/notesMaster" Target="/ppt/notesMasters/notesMaster1.xml" Id="R74365fc804df44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27afc834fb4be3" /><Relationship Type="http://schemas.openxmlformats.org/officeDocument/2006/relationships/notesMaster" Target="/ppt/notesMasters/notesMaster1.xml" Id="R772d929fd96a47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c7402b22ad4443" /><Relationship Type="http://schemas.openxmlformats.org/officeDocument/2006/relationships/notesMaster" Target="/ppt/notesMasters/notesMaster1.xml" Id="R27362306d09d4b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9c2235ee2f48c8" /><Relationship Type="http://schemas.openxmlformats.org/officeDocument/2006/relationships/notesMaster" Target="/ppt/notesMasters/notesMaster1.xml" Id="Reec94edd3b604b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637fd3f4074adc" /><Relationship Type="http://schemas.openxmlformats.org/officeDocument/2006/relationships/notesMaster" Target="/ppt/notesMasters/notesMaster1.xml" Id="R8181b864fac045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2d25b817704bab" /><Relationship Type="http://schemas.openxmlformats.org/officeDocument/2006/relationships/notesMaster" Target="/ppt/notesMasters/notesMaster1.xml" Id="R34af31f127fb45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f0073c83794833" /><Relationship Type="http://schemas.openxmlformats.org/officeDocument/2006/relationships/notesMaster" Target="/ppt/notesMasters/notesMaster1.xml" Id="Raaba6e3dd0e84a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be81ab07ae4b6b" /><Relationship Type="http://schemas.openxmlformats.org/officeDocument/2006/relationships/notesMaster" Target="/ppt/notesMasters/notesMaster1.xml" Id="R710052b7ada44b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882e19524d4d58" /><Relationship Type="http://schemas.openxmlformats.org/officeDocument/2006/relationships/notesMaster" Target="/ppt/notesMasters/notesMaster1.xml" Id="R1f1147d2316041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bc8cbaa2d84163" /><Relationship Type="http://schemas.openxmlformats.org/officeDocument/2006/relationships/notesMaster" Target="/ppt/notesMasters/notesMaster1.xml" Id="R1af103c8f31b45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b4a820da19454e" /><Relationship Type="http://schemas.openxmlformats.org/officeDocument/2006/relationships/notesMaster" Target="/ppt/notesMasters/notesMaster1.xml" Id="R7e3319bf1b0144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5a2f276bbd4a7d" /><Relationship Type="http://schemas.openxmlformats.org/officeDocument/2006/relationships/notesMaster" Target="/ppt/notesMasters/notesMaster1.xml" Id="R9ddfc4b7848845e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c536b65613b4517" /><Relationship Type="http://schemas.openxmlformats.org/officeDocument/2006/relationships/notesMaster" Target="/ppt/notesMasters/notesMaster1.xml" Id="Rd90157a9b69249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bf0c21f15a404f" /><Relationship Type="http://schemas.openxmlformats.org/officeDocument/2006/relationships/notesMaster" Target="/ppt/notesMasters/notesMaster1.xml" Id="R61a89586eb9b4a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c79c5eed468434a" /><Relationship Type="http://schemas.openxmlformats.org/officeDocument/2006/relationships/notesMaster" Target="/ppt/notesMasters/notesMaster1.xml" Id="R9061a2b8eb444a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2149c5948c04187" /><Relationship Type="http://schemas.openxmlformats.org/officeDocument/2006/relationships/notesMaster" Target="/ppt/notesMasters/notesMaster1.xml" Id="Rb16bf1d94c1346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00f69420da4408" /><Relationship Type="http://schemas.openxmlformats.org/officeDocument/2006/relationships/notesMaster" Target="/ppt/notesMasters/notesMaster1.xml" Id="Rd753ba5351874d6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508f0d58bca4d10" /><Relationship Type="http://schemas.openxmlformats.org/officeDocument/2006/relationships/notesMaster" Target="/ppt/notesMasters/notesMaster1.xml" Id="R644fd59738854cb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76ebc6a7e244a2" /><Relationship Type="http://schemas.openxmlformats.org/officeDocument/2006/relationships/notesMaster" Target="/ppt/notesMasters/notesMaster1.xml" Id="Rfd57dd75836c462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20e4a4cf9a4f85" /><Relationship Type="http://schemas.openxmlformats.org/officeDocument/2006/relationships/notesMaster" Target="/ppt/notesMasters/notesMaster1.xml" Id="Rd26625899bde408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bfeda48e16a4e59" /><Relationship Type="http://schemas.openxmlformats.org/officeDocument/2006/relationships/notesMaster" Target="/ppt/notesMasters/notesMaster1.xml" Id="Rb0a7b66bcca243f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8ae0b5074874c17" /><Relationship Type="http://schemas.openxmlformats.org/officeDocument/2006/relationships/notesMaster" Target="/ppt/notesMasters/notesMaster1.xml" Id="Rcc1fe187e61c4b3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b799cf0d15b4301" /><Relationship Type="http://schemas.openxmlformats.org/officeDocument/2006/relationships/notesMaster" Target="/ppt/notesMasters/notesMaster1.xml" Id="R98609cd668fa4b3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a84c312f95d4e5f" /><Relationship Type="http://schemas.openxmlformats.org/officeDocument/2006/relationships/notesMaster" Target="/ppt/notesMasters/notesMaster1.xml" Id="R4af44053fec848f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4e6663ad6104ead" /><Relationship Type="http://schemas.openxmlformats.org/officeDocument/2006/relationships/notesMaster" Target="/ppt/notesMasters/notesMaster1.xml" Id="R398a3d217984485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be2093653cf4f1a" /><Relationship Type="http://schemas.openxmlformats.org/officeDocument/2006/relationships/notesMaster" Target="/ppt/notesMasters/notesMaster1.xml" Id="R32923199e9d54f3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0bf4d3f3bcc4d8f" /><Relationship Type="http://schemas.openxmlformats.org/officeDocument/2006/relationships/notesMaster" Target="/ppt/notesMasters/notesMaster1.xml" Id="R171241c16a7d4fd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6717fc8a25f44b3" /><Relationship Type="http://schemas.openxmlformats.org/officeDocument/2006/relationships/notesMaster" Target="/ppt/notesMasters/notesMaster1.xml" Id="Rdace84dc2c164c5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b2e45435db8401c" /><Relationship Type="http://schemas.openxmlformats.org/officeDocument/2006/relationships/notesMaster" Target="/ppt/notesMasters/notesMaster1.xml" Id="Rf84c8bc05dce48c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435bfe41b9347a6" /><Relationship Type="http://schemas.openxmlformats.org/officeDocument/2006/relationships/notesMaster" Target="/ppt/notesMasters/notesMaster1.xml" Id="R1e3017f4982545c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df1df99cfbd4d17" /><Relationship Type="http://schemas.openxmlformats.org/officeDocument/2006/relationships/notesMaster" Target="/ppt/notesMasters/notesMaster1.xml" Id="R34717c3b1fb440f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a990c2c57984bca" /><Relationship Type="http://schemas.openxmlformats.org/officeDocument/2006/relationships/notesMaster" Target="/ppt/notesMasters/notesMaster1.xml" Id="Rbb167326f69e4f2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a64aadcd13d481b" /><Relationship Type="http://schemas.openxmlformats.org/officeDocument/2006/relationships/notesMaster" Target="/ppt/notesMasters/notesMaster1.xml" Id="R2e0801ccf53e42c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c694f0ccf5d45fe" /><Relationship Type="http://schemas.openxmlformats.org/officeDocument/2006/relationships/notesMaster" Target="/ppt/notesMasters/notesMaster1.xml" Id="R1523c6cc181a47c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b6387ee32de4f26" /><Relationship Type="http://schemas.openxmlformats.org/officeDocument/2006/relationships/notesMaster" Target="/ppt/notesMasters/notesMaster1.xml" Id="R2ff65e632ec7400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c5830fcee3e40e1" /><Relationship Type="http://schemas.openxmlformats.org/officeDocument/2006/relationships/notesMaster" Target="/ppt/notesMasters/notesMaster1.xml" Id="R89098bfcea7e407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d440b6bdfdf418c" /><Relationship Type="http://schemas.openxmlformats.org/officeDocument/2006/relationships/notesMaster" Target="/ppt/notesMasters/notesMaster1.xml" Id="R372b8f7bd6a7451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9c77864cb5f4f94" /><Relationship Type="http://schemas.openxmlformats.org/officeDocument/2006/relationships/notesMaster" Target="/ppt/notesMasters/notesMaster1.xml" Id="Rc6fefaaa25f24d9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1f68dca52724494" /><Relationship Type="http://schemas.openxmlformats.org/officeDocument/2006/relationships/notesMaster" Target="/ppt/notesMasters/notesMaster1.xml" Id="R684cd4fbf8e74f2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53f5bddce9e4c35" /><Relationship Type="http://schemas.openxmlformats.org/officeDocument/2006/relationships/notesMaster" Target="/ppt/notesMasters/notesMaster1.xml" Id="Red43b4c3e99c470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f1f0f0968664286" /><Relationship Type="http://schemas.openxmlformats.org/officeDocument/2006/relationships/notesMaster" Target="/ppt/notesMasters/notesMaster1.xml" Id="R70206aa639db4e7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56002e6e33a4fbf" /><Relationship Type="http://schemas.openxmlformats.org/officeDocument/2006/relationships/notesMaster" Target="/ppt/notesMasters/notesMaster1.xml" Id="Rd6725a386dc0424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b8adad38feb4d4a" /><Relationship Type="http://schemas.openxmlformats.org/officeDocument/2006/relationships/notesMaster" Target="/ppt/notesMasters/notesMaster1.xml" Id="Rab5b72bf8be64fb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fdcc4d21d914225" /><Relationship Type="http://schemas.openxmlformats.org/officeDocument/2006/relationships/notesMaster" Target="/ppt/notesMasters/notesMaster1.xml" Id="R7845fc3a8ff0497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b6a86a37f10402f" /><Relationship Type="http://schemas.openxmlformats.org/officeDocument/2006/relationships/notesMaster" Target="/ppt/notesMasters/notesMaster1.xml" Id="R9c97c093b6a4454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2cf0977a0284cc3" /><Relationship Type="http://schemas.openxmlformats.org/officeDocument/2006/relationships/notesMaster" Target="/ppt/notesMasters/notesMaster1.xml" Id="R69bf0d971b1848b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b9c8276befa4690" /><Relationship Type="http://schemas.openxmlformats.org/officeDocument/2006/relationships/notesMaster" Target="/ppt/notesMasters/notesMaster1.xml" Id="Rae616f10679048e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6ef70f2e3044c74" /><Relationship Type="http://schemas.openxmlformats.org/officeDocument/2006/relationships/notesMaster" Target="/ppt/notesMasters/notesMaster1.xml" Id="R03bc265385384cc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2aad1e219254f81" /><Relationship Type="http://schemas.openxmlformats.org/officeDocument/2006/relationships/notesMaster" Target="/ppt/notesMasters/notesMaster1.xml" Id="Rdc30ecb14d21481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f158f51f00d491b" /><Relationship Type="http://schemas.openxmlformats.org/officeDocument/2006/relationships/notesMaster" Target="/ppt/notesMasters/notesMaster1.xml" Id="R222c6bc8128041b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ef600c64b3745b6" /><Relationship Type="http://schemas.openxmlformats.org/officeDocument/2006/relationships/notesMaster" Target="/ppt/notesMasters/notesMaster1.xml" Id="R4a379d26298e4e2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dba1b254e1b498f" /><Relationship Type="http://schemas.openxmlformats.org/officeDocument/2006/relationships/notesMaster" Target="/ppt/notesMasters/notesMaster1.xml" Id="R92c0616de76e46f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a3209e8c9054ad0" /><Relationship Type="http://schemas.openxmlformats.org/officeDocument/2006/relationships/notesMaster" Target="/ppt/notesMasters/notesMaster1.xml" Id="R4ec5f5b2577d48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4b70bc7884a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9256e8aa54402c" /><Relationship Type="http://schemas.openxmlformats.org/officeDocument/2006/relationships/slideLayout" Target="/ppt/slideLayouts/slideLayout1.xml" Id="R03035b91210045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035b91210045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bbaeed3c94b6f" /><Relationship Type="http://schemas.openxmlformats.org/officeDocument/2006/relationships/notesSlide" Target="/ppt/notesSlides/notesSlide1.xml" Id="R660126e7048a43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9b6c900b7434d" /><Relationship Type="http://schemas.openxmlformats.org/officeDocument/2006/relationships/notesSlide" Target="/ppt/notesSlides/notesSlide2.xml" Id="R57daccb1d1694a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730dd4147429a" /><Relationship Type="http://schemas.openxmlformats.org/officeDocument/2006/relationships/notesSlide" Target="/ppt/notesSlides/notesSlide3.xml" Id="Rd365f21a877d49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8a8d4198840d1" /><Relationship Type="http://schemas.openxmlformats.org/officeDocument/2006/relationships/notesSlide" Target="/ppt/notesSlides/notesSlide4.xml" Id="Rf6de77c1f60c40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060ac695847d2" /><Relationship Type="http://schemas.openxmlformats.org/officeDocument/2006/relationships/hyperlink" Target="https://docs.github.com/en/issues/tracking-your-work-with-issues/learning-about-issues/about-issues" TargetMode="External" Id="R4d5fc7fb312f4d85" /><Relationship Type="http://schemas.openxmlformats.org/officeDocument/2006/relationships/notesSlide" Target="/ppt/notesSlides/notesSlide5.xml" Id="R3cc5eb3e8a6046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a6527017d40cd" /><Relationship Type="http://schemas.openxmlformats.org/officeDocument/2006/relationships/hyperlink" Target="https://github.com/Daisuke0719/card_arcade/issues/1" TargetMode="External" Id="R255420f316784f71" /><Relationship Type="http://schemas.openxmlformats.org/officeDocument/2006/relationships/notesSlide" Target="/ppt/notesSlides/notesSlide6.xml" Id="R13c0287b325344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fe2451a2146e6" /><Relationship Type="http://schemas.openxmlformats.org/officeDocument/2006/relationships/hyperlink" Target="https://docs.github.com/en/pull-requests/reference/branches" TargetMode="External" Id="R697ad9f337214890" /><Relationship Type="http://schemas.openxmlformats.org/officeDocument/2006/relationships/notesSlide" Target="/ppt/notesSlides/notesSlide7.xml" Id="R41e99dd7a49b44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7799690354bea" /><Relationship Type="http://schemas.openxmlformats.org/officeDocument/2006/relationships/notesSlide" Target="/ppt/notesSlides/notesSlide8.xml" Id="R04b2dd01a2d84f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a33c78f7948df" /><Relationship Type="http://schemas.openxmlformats.org/officeDocument/2006/relationships/hyperlink" Target="https://docs.github.com/en/pull-requests/reference/pull-requests" TargetMode="External" Id="Rc3ae9fcda1fc4195" /><Relationship Type="http://schemas.openxmlformats.org/officeDocument/2006/relationships/notesSlide" Target="/ppt/notesSlides/notesSlide9.xml" Id="R7554b2d3d57643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2c75c66934b07" /><Relationship Type="http://schemas.openxmlformats.org/officeDocument/2006/relationships/hyperlink" Target="https://docs.github.com/en/pull-requests/reference/pull-requests" TargetMode="External" Id="R14f6946425d94ea0" /><Relationship Type="http://schemas.openxmlformats.org/officeDocument/2006/relationships/notesSlide" Target="/ppt/notesSlides/notesSlide10.xml" Id="Rf1f515fd43f34b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03e741cd048bf" /><Relationship Type="http://schemas.openxmlformats.org/officeDocument/2006/relationships/notesSlide" Target="/ppt/notesSlides/notesSlide11.xml" Id="R8f12588c180342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6f63aeaf343c6" /><Relationship Type="http://schemas.openxmlformats.org/officeDocument/2006/relationships/notesSlide" Target="/ppt/notesSlides/notesSlide12.xml" Id="Reec5cea9eb3b47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61f4c0bba448e" /><Relationship Type="http://schemas.openxmlformats.org/officeDocument/2006/relationships/hyperlink" Target="https://github.com/Daisuke0719/card_arcade/issues/1" TargetMode="External" Id="R38ef24865ac24d13" /><Relationship Type="http://schemas.openxmlformats.org/officeDocument/2006/relationships/hyperlink" Target="https://github.com/Daisuke0719/card_arcade/issues/6" TargetMode="External" Id="R27ea3b6d036845dd" /><Relationship Type="http://schemas.openxmlformats.org/officeDocument/2006/relationships/hyperlink" Target="https://github.com/Daisuke0719/card_arcade/issues/2" TargetMode="External" Id="Rf198955f2a864ec9" /><Relationship Type="http://schemas.openxmlformats.org/officeDocument/2006/relationships/hyperlink" Target="https://github.com/Daisuke0719/card_arcade/issues/8" TargetMode="External" Id="Rcb3879c6f8f045d7" /><Relationship Type="http://schemas.openxmlformats.org/officeDocument/2006/relationships/hyperlink" Target="https://github.com/Daisuke0719/card_arcade/issues/9" TargetMode="External" Id="R9e859169afad4c39" /><Relationship Type="http://schemas.openxmlformats.org/officeDocument/2006/relationships/hyperlink" Target="https://github.com/Daisuke0719/card_arcade/issues/3" TargetMode="External" Id="Rc9e4e2c2a911467a" /><Relationship Type="http://schemas.openxmlformats.org/officeDocument/2006/relationships/hyperlink" Target="https://github.com/Daisuke0719/card_arcade/issues/4" TargetMode="External" Id="R155cad40727a41b2" /><Relationship Type="http://schemas.openxmlformats.org/officeDocument/2006/relationships/hyperlink" Target="https://github.com/Daisuke0719/card_arcade/issues/5" TargetMode="External" Id="Rb198179bff3e46e0" /><Relationship Type="http://schemas.openxmlformats.org/officeDocument/2006/relationships/hyperlink" Target="https://github.com/Daisuke0719/card_arcade/issues/10" TargetMode="External" Id="R8171bb5b26a94b12" /><Relationship Type="http://schemas.openxmlformats.org/officeDocument/2006/relationships/notesSlide" Target="/ppt/notesSlides/notesSlide13.xml" Id="R6ef8d1bd19ac40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e3ef7dc354e7b" /><Relationship Type="http://schemas.openxmlformats.org/officeDocument/2006/relationships/notesSlide" Target="/ppt/notesSlides/notesSlide14.xml" Id="R7a4666102cd442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d86eef0a24e01" /><Relationship Type="http://schemas.openxmlformats.org/officeDocument/2006/relationships/notesSlide" Target="/ppt/notesSlides/notesSlide15.xml" Id="R6df664b104f04f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17b988c7b4ab0" /><Relationship Type="http://schemas.openxmlformats.org/officeDocument/2006/relationships/notesSlide" Target="/ppt/notesSlides/notesSlide16.xml" Id="R98f3f4399fb349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a0355943b49e5" /><Relationship Type="http://schemas.openxmlformats.org/officeDocument/2006/relationships/notesSlide" Target="/ppt/notesSlides/notesSlide17.xml" Id="R23cbb5afe0fb4f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41e608d764e3c" /><Relationship Type="http://schemas.openxmlformats.org/officeDocument/2006/relationships/notesSlide" Target="/ppt/notesSlides/notesSlide18.xml" Id="R15389c5f512c49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ff327b11445d4" /><Relationship Type="http://schemas.openxmlformats.org/officeDocument/2006/relationships/notesSlide" Target="/ppt/notesSlides/notesSlide19.xml" Id="R56faf5d414ad4d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6126801cf4b4b" /><Relationship Type="http://schemas.openxmlformats.org/officeDocument/2006/relationships/notesSlide" Target="/ppt/notesSlides/notesSlide20.xml" Id="R346583cee3fc4d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67740e0f140b2" /><Relationship Type="http://schemas.openxmlformats.org/officeDocument/2006/relationships/notesSlide" Target="/ppt/notesSlides/notesSlide21.xml" Id="Rc07ea0f2dbfb4a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f215ac7424531" /><Relationship Type="http://schemas.openxmlformats.org/officeDocument/2006/relationships/notesSlide" Target="/ppt/notesSlides/notesSlide22.xml" Id="R9831eeca7f4244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f6c4cfa4f41a0" /><Relationship Type="http://schemas.openxmlformats.org/officeDocument/2006/relationships/notesSlide" Target="/ppt/notesSlides/notesSlide23.xml" Id="R194b734527b74d3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0eaba9e3f4024" /><Relationship Type="http://schemas.openxmlformats.org/officeDocument/2006/relationships/notesSlide" Target="/ppt/notesSlides/notesSlide24.xml" Id="R37f9d8b063d6474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f35db60ac43b9" /><Relationship Type="http://schemas.openxmlformats.org/officeDocument/2006/relationships/notesSlide" Target="/ppt/notesSlides/notesSlide25.xml" Id="Rd19f36d9aed8476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89763fe8446a9" /><Relationship Type="http://schemas.openxmlformats.org/officeDocument/2006/relationships/notesSlide" Target="/ppt/notesSlides/notesSlide26.xml" Id="R015bc116e39747b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25427ddc64951" /><Relationship Type="http://schemas.openxmlformats.org/officeDocument/2006/relationships/notesSlide" Target="/ppt/notesSlides/notesSlide27.xml" Id="Rd0227bdc0f2d4c9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0ece5a4d44e92" /><Relationship Type="http://schemas.openxmlformats.org/officeDocument/2006/relationships/notesSlide" Target="/ppt/notesSlides/notesSlide28.xml" Id="Rabbfa8d2c2ab401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05e28fb6747bf" /><Relationship Type="http://schemas.openxmlformats.org/officeDocument/2006/relationships/notesSlide" Target="/ppt/notesSlides/notesSlide29.xml" Id="R2ed7cc5032bb4cf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4d2070eb34ddd" /><Relationship Type="http://schemas.openxmlformats.org/officeDocument/2006/relationships/notesSlide" Target="/ppt/notesSlides/notesSlide30.xml" Id="Rc58dc49f84a44d4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b6942557d44f6" /><Relationship Type="http://schemas.openxmlformats.org/officeDocument/2006/relationships/notesSlide" Target="/ppt/notesSlides/notesSlide31.xml" Id="R01a58289e8a64fc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d6fb629a84660" /><Relationship Type="http://schemas.openxmlformats.org/officeDocument/2006/relationships/notesSlide" Target="/ppt/notesSlides/notesSlide32.xml" Id="R42a555bf0a75432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b31d16e2d4530" /><Relationship Type="http://schemas.openxmlformats.org/officeDocument/2006/relationships/notesSlide" Target="/ppt/notesSlides/notesSlide33.xml" Id="R9b3f2cce2b504b0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cdad945bc423b" /><Relationship Type="http://schemas.openxmlformats.org/officeDocument/2006/relationships/notesSlide" Target="/ppt/notesSlides/notesSlide34.xml" Id="R7d52249edb5a4e3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dc2ac261e4ed0" /><Relationship Type="http://schemas.openxmlformats.org/officeDocument/2006/relationships/notesSlide" Target="/ppt/notesSlides/notesSlide35.xml" Id="R565a0f53f3084f1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f6abb667c4988" /><Relationship Type="http://schemas.openxmlformats.org/officeDocument/2006/relationships/notesSlide" Target="/ppt/notesSlides/notesSlide36.xml" Id="R199760f169c1459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dc1415d234340" /><Relationship Type="http://schemas.openxmlformats.org/officeDocument/2006/relationships/notesSlide" Target="/ppt/notesSlides/notesSlide37.xml" Id="R1beb17fa8e0449b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159fe87924112" /><Relationship Type="http://schemas.openxmlformats.org/officeDocument/2006/relationships/notesSlide" Target="/ppt/notesSlides/notesSlide38.xml" Id="Rb93aeb2fb75547f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6ec78175f4b2d" /><Relationship Type="http://schemas.openxmlformats.org/officeDocument/2006/relationships/notesSlide" Target="/ppt/notesSlides/notesSlide39.xml" Id="R62be9d2ee174461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6de3d80a645eb" /><Relationship Type="http://schemas.openxmlformats.org/officeDocument/2006/relationships/notesSlide" Target="/ppt/notesSlides/notesSlide40.xml" Id="Rdc8cb5dcff6b483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bd309e5cc4d18" /><Relationship Type="http://schemas.openxmlformats.org/officeDocument/2006/relationships/notesSlide" Target="/ppt/notesSlides/notesSlide41.xml" Id="Raee59386c60847c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e07613aed4b7e" /><Relationship Type="http://schemas.openxmlformats.org/officeDocument/2006/relationships/notesSlide" Target="/ppt/notesSlides/notesSlide42.xml" Id="Rcef36ea7f579487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7d9f915394796" /><Relationship Type="http://schemas.openxmlformats.org/officeDocument/2006/relationships/notesSlide" Target="/ppt/notesSlides/notesSlide43.xml" Id="R38458a967098478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b49543b7e440e" /><Relationship Type="http://schemas.openxmlformats.org/officeDocument/2006/relationships/notesSlide" Target="/ppt/notesSlides/notesSlide44.xml" Id="R50eb8c8168424f4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9640632274b3d" /><Relationship Type="http://schemas.openxmlformats.org/officeDocument/2006/relationships/notesSlide" Target="/ppt/notesSlides/notesSlide45.xml" Id="Rb8134ca89e94425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a8fdd820a413c" /><Relationship Type="http://schemas.openxmlformats.org/officeDocument/2006/relationships/notesSlide" Target="/ppt/notesSlides/notesSlide46.xml" Id="Rf8ffca114e3848d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178c24cf745f9" /><Relationship Type="http://schemas.openxmlformats.org/officeDocument/2006/relationships/notesSlide" Target="/ppt/notesSlides/notesSlide47.xml" Id="Rccbd1950a46944a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fa34883374f01" /><Relationship Type="http://schemas.openxmlformats.org/officeDocument/2006/relationships/notesSlide" Target="/ppt/notesSlides/notesSlide48.xml" Id="R7d07d19b47ae44d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38d6565b34cdb" /><Relationship Type="http://schemas.openxmlformats.org/officeDocument/2006/relationships/notesSlide" Target="/ppt/notesSlides/notesSlide49.xml" Id="R06725b9fbf10466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3698d597c4e34" /><Relationship Type="http://schemas.openxmlformats.org/officeDocument/2006/relationships/notesSlide" Target="/ppt/notesSlides/notesSlide50.xml" Id="R9475dddcab864b3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d27a2ef13406b" /><Relationship Type="http://schemas.openxmlformats.org/officeDocument/2006/relationships/notesSlide" Target="/ppt/notesSlides/notesSlide51.xml" Id="Ra4dd6c3ca04e412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16375591142a2" /><Relationship Type="http://schemas.openxmlformats.org/officeDocument/2006/relationships/notesSlide" Target="/ppt/notesSlides/notesSlide52.xml" Id="R9923861361dd4c4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8712f69174b75" /><Relationship Type="http://schemas.openxmlformats.org/officeDocument/2006/relationships/notesSlide" Target="/ppt/notesSlides/notesSlide53.xml" Id="R76776bc36532492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36c8acbc04081" /><Relationship Type="http://schemas.openxmlformats.org/officeDocument/2006/relationships/notesSlide" Target="/ppt/notesSlides/notesSlide54.xml" Id="R391aefad43244da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95e431e004dfc" /><Relationship Type="http://schemas.openxmlformats.org/officeDocument/2006/relationships/notesSlide" Target="/ppt/notesSlides/notesSlide55.xml" Id="R3af60a02af8a47f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6858bb3fd490e" /><Relationship Type="http://schemas.openxmlformats.org/officeDocument/2006/relationships/notesSlide" Target="/ppt/notesSlides/notesSlide56.xml" Id="Rd7614758be4340b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26781c55c4ce4" /><Relationship Type="http://schemas.openxmlformats.org/officeDocument/2006/relationships/notesSlide" Target="/ppt/notesSlides/notesSlide57.xml" Id="R8352e04580be4d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ED626-A252-49F1-8E3A-62185687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85875"/>
            <a:ext cx="95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F5C75-0703-4CDE-A5F1-CE51C1F7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343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9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 Code ×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2C263-4031-4E2C-B3E6-1C817129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1343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共同開発ハンズオン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31BB5-AEBD-40A4-89FB-0DD2B9DD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333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3225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みんなでつくる CARD ARCADE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72269-2E7D-4A8F-BDAC-9CE0AABE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53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研修用スライド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98849-3E6B-4184-9D00-83D43A26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724775"/>
            <a:ext cx="1343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49191-D053-4E36-A128-03481317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24800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操作・プロンプトの全文：docs/handson-steps.md</a:t>
            </a:r>
          </a:p>
        </p:txBody>
      </p:sp>
    </p:spTree>
    <p:extLst>
      <p:ext uri="{BB962C8B-B14F-4D97-AF65-F5344CB8AC3E}">
        <p14:creationId xmlns:p14="http://schemas.microsoft.com/office/powerpoint/2010/main" val="112369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A72F6-1B48-410C-A23F-A6C15ED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CF100-6587-48F0-BD9E-7A2C439E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研修の到達目標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74CAD-3402-406F-8129-24EA85CD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1人1ゲームを担当し、調査から公開確認までの流れを経験します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0A05C-A571-4326-90CA-47B214F9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9A7F1-1E45-431D-AD63-4A6069C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56FB3-606A-4404-9ED7-33962DE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9EA47-B3D3-4D89-B2C5-C05CD91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46251-1CA5-406C-B13A-D7A904CC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仕様を確認する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2A94E-5793-4653-A162-E0E375FA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Issueの必須要件を読み、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実装する範囲を決める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D340B-4C38-4F7A-B3E3-034FE8B8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2AC5B-6FE0-47B7-A047-7454B6FB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AIと実装を進める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B0B05-408B-4D4D-8759-D3AEF7E1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計画を確認して実装する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動作とテスト結果を確認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34019-37E4-456F-9B81-008BA7C3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96A3B-D5E8-405C-8E26-990BB78F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変更を提出する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2C0B1-B80F-4D1C-B7BC-2B920572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Pull Requestを提出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統合・公開の結果を確認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4F28F-CB3A-41B4-9CB2-4B062D2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E27CD-FB25-46CF-BF4B-2DF4D1F0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到達の確認：担当ゲームを公開URLで開始できる</a:t>
            </a:r>
          </a:p>
        </p:txBody>
      </p:sp>
    </p:spTree>
    <p:extLst>
      <p:ext uri="{BB962C8B-B14F-4D97-AF65-F5344CB8AC3E}">
        <p14:creationId xmlns:p14="http://schemas.microsoft.com/office/powerpoint/2010/main" val="1363627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FED8F0-C704-4532-9090-47E3E493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D1478-E02D-4169-9BDA-DAE62A63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9人の成果を、1つのアーケードへ統合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7341E-3B3C-42B4-AB3E-9F7E177C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参加者9名がそれぞれ1ゲームを担当します。チームには分かれません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9ADBE-7886-41A2-87CA-0BA3D0E5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B89EB-418A-4031-9F72-D2A5B25B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D4D86-9C01-4076-8104-279E7AAD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BEF12-D6E3-4375-B7F3-36826DB5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D64AA-3DF4-43BE-A4C0-7BAA5814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担当1  ババ抜き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D45DE-33F7-4CC6-B62A-370E128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6D6F9-1EF1-459C-A96B-3633673C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37CAA-867A-413F-90BB-C39EB90B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担当2  大富豪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07CAD-C753-4035-936D-9CAD6AA1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14B49-DDC4-4290-9F86-B6B315F5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1454A-DA41-41DD-A05F-E22997B0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担当3  神経衰弱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4B57E-A137-4BA9-87FF-A0B887CC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EB90B-3558-4E54-AFD4-750A2A74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A536D-6126-401A-81BD-57621F46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担当4  ポーカー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3BDCC-748C-4729-941B-6AB34F42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75C46-03AF-4877-A898-FAFDCF5C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484B1-AACF-4B03-B524-5B2B393E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担当5  ぶたのしっぽ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5DA37-FDB9-43B1-91CD-AC89BC3F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015F8-CB9C-492B-A2CE-4AD5B8B8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898D8-9A14-4D42-9242-044949BC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担当6  スピード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84957-0654-4C89-B268-457CF72D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37010-9DC9-42B4-B006-562EFCC0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1D798-C979-4478-B3CF-251D6B8A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担当7  七並べ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ADB81-5F55-4970-97B8-038E96D8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6E675-1DC2-4B6B-92FE-DC35E416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F24DB-2556-4004-85C4-449C9BEA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担当8  ダウト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6CE6D-EBDC-4A36-8378-1B65F70D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649BA5-8339-4D80-AAD8-5F2B1B9E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3B49F4-3BC2-4F71-8331-867EA8B6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担当9  ページワン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322BF-57CF-4DC0-A32C-C630C4DF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300829-6641-41C7-A364-20F3846B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25535-D37D-4CC0-8242-A417F09A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最初は「ハイ＆ロー」を試遊し、完成したゲームの動きを確認します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882572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395AE-A4A4-48AF-AE27-EAF15DD0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778BC-B043-4D01-8684-E26EC19E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Issue・ブランチ・Pull Requestの関係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7AFAC-032A-47E5-B365-78A0E16A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同じリポジトリで作業し、担当ごとの変更をmainへ集約します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10891-930B-41F8-86DB-421BD071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CF9F0-AC9F-437E-A58C-61D9DE04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D854B-6299-47E6-987D-464B8D92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E43F2-AA73-4F6A-A537-8641FA1A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CCA7C-F2D7-4C76-B032-0221B73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24B3A-EBCC-46EA-8A8B-EA897BBF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実装する要件を記録する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担当ゲームの仕様を確認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8CC35-EACD-40AD-8E03-BAB92D1B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2889F-F35B-41E2-AA84-3C714CA4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89C5B-B7EA-43C6-9F4B-D04FB3D0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変更を進める作業場所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feature/&lt;ゲームID&gt;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25FE9-E257-4566-9C38-8BC1AE61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DC7AB-6429-4083-95C3-B607F7D3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F5D46-B92C-4384-93A1-7C586E87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変更を提出する窓口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差分・説明・検証結果を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共有する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4DA0B-D843-45EF-9EEA-D9D5ACA6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DD8D3-9AA3-44B3-8770-28999925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Commit：変更の記録 → Push：GitHubへ送信 → 講師がmainへマージ</a:t>
            </a:r>
          </a:p>
        </p:txBody>
      </p:sp>
    </p:spTree>
    <p:extLst>
      <p:ext uri="{BB962C8B-B14F-4D97-AF65-F5344CB8AC3E}">
        <p14:creationId xmlns:p14="http://schemas.microsoft.com/office/powerpoint/2010/main" val="974665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C829B2-56E2-4AD9-86E4-E6B43BD3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D08C2-3D8A-48E4-B95D-8E22BD08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Issue｜要件・課題・進捗を記録する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F1FF5-C6DF-4B4B-9BCE-A35D4C13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「何を作るか」「何が完了したか」を関係者と共有する、GitHubの機能です。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370D9-80EE-4C3C-934A-C913B390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843FB-28ED-47C6-961B-21595D53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030A2-9DCF-403C-8C27-D6FB0AF8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1E77D-B3CA-4FCA-89CD-CB341688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82868" cy="1726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BBFA8-9434-469C-87B6-3DE2165D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1381125" cy="828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996AD-F235-4B5B-804C-7B058B08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507" y="2714625"/>
            <a:ext cx="82868" cy="1726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101F2-EEF2-4AA4-8F54-94728C35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8164"/>
            <a:ext cx="1381125" cy="828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A2E8B-97F2-4B8B-B771-539A1998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9" y="304609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53665-F49D-418F-98E4-D760034D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01" y="3184208"/>
            <a:ext cx="42814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5DEA0-CF7D-481F-9D98-0A22DC84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9" y="3432810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E7482-5F27-4D2E-9335-5BB1455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01" y="3570923"/>
            <a:ext cx="42814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F3B71-507E-48C9-83D9-29A8B469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9" y="381952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2B913-8017-4218-98BA-7C372594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01" y="3957638"/>
            <a:ext cx="42814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B7B5E-D358-401E-8873-DB03ED0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タイトルと本文で、作業内容を明確にする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01FF5-B54D-4A52-AADE-C2F8C9AB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機能追加や不具合ごとに、要件・背景・完了条件を整理します。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52406-2F42-4F80-94A6-8C561265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担当・ラベル・コメントで、作業を整理する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56B89-4685-4189-9BF6-4B9CEBBB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担当者を示し、種類を分類し、質問や判断の経緯を残せます。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620AB-83C3-41EA-9BC1-678C3AFD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チェックリストと状態で、進み具合を確認する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3DDCB-38C3-4039-BB6F-3CFD958C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5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研修では必須要件のチェックを更新し、PRに担当Issueを記載します。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3C543-E086-4D51-9A8E-A0E799FB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4d5fc7fb312f4d85"/>
              </a:rPr>
              <a:t>出典：GitHub Docs「About issues」</a:t>
            </a:r>
          </a:p>
        </p:txBody>
      </p:sp>
    </p:spTree>
    <p:extLst>
      <p:ext uri="{BB962C8B-B14F-4D97-AF65-F5344CB8AC3E}">
        <p14:creationId xmlns:p14="http://schemas.microsoft.com/office/powerpoint/2010/main" val="977849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D94CC-7E28-4768-A95D-91BF196D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B02FE-2E04-45C6-A0C8-45D5C2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担当Issueの読み方｜ババ抜きの例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1CDDF-47E1-4F0B-821B-8B6A53B1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画面の再現ではなく、Issue #1の内容を説明用に整理した図です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F51B2-E751-4783-9D3A-3D40FC3D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486FF-6774-4D44-86F3-206FB267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DFD09-C1B8-4C91-8398-A3720FB5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9004B-B91C-40A4-9B12-4EA13895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43175"/>
            <a:ext cx="60008" cy="1250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76058-4AAC-4B2C-996C-82F97534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43175"/>
            <a:ext cx="1000125" cy="60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EFD03-8FE5-4F92-861F-0CFC2743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493" y="2543175"/>
            <a:ext cx="60008" cy="1250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C52AE-CA5D-408F-ADF6-E7704F5E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33324"/>
            <a:ext cx="1000125" cy="60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58F6-74D2-4BB0-A988-A262FF04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394" y="2783205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5C58D-07A3-4281-AE6E-497263F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36" y="2883218"/>
            <a:ext cx="310039" cy="50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5015A-ADBA-4FE5-A652-2264AA5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394" y="3063240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6EC64-C92F-4CC1-8639-49334F34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36" y="3163253"/>
            <a:ext cx="310039" cy="50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2AF84-2D82-4577-BDCB-B067FD99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394" y="3343275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CD4D7-D2CC-4876-9B1C-8D2EF337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36" y="3443288"/>
            <a:ext cx="310039" cy="50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2714625" y="2333625"/>
          <a:ext xmlns:a="http://schemas.openxmlformats.org/drawingml/2006/main" cx="11525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429500"/>
              </a:tblGrid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読む場所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確認する内容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担当1／feature/babanuki／編集範囲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進め方（フェーズ3〜6）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担当情報が入ったプロンプト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必須要件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例：配札直後に同じランクのペアを捨てる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完了条件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試遊・リセット・テスト・PR提出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43A15-C54D-4FF4-8002-1BCF6CD5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29425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要件を読む → 実装する → 動作を確認する → チェックを入れる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C1613-9B21-4F7A-81D6-A7E5DF75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255420f316784f71"/>
              </a:rPr>
              <a:t>出典：担当1：ババ抜き（Issue #1）</a:t>
            </a:r>
          </a:p>
        </p:txBody>
      </p:sp>
    </p:spTree>
    <p:extLst>
      <p:ext uri="{BB962C8B-B14F-4D97-AF65-F5344CB8AC3E}">
        <p14:creationId xmlns:p14="http://schemas.microsoft.com/office/powerpoint/2010/main" val="880902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796D3-759F-42BE-B6EE-50C41CAB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1C7E5-31E0-400C-BB40-5BE62F11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ブランチ｜変更履歴を分けて開発する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D16CB-20B1-4658-ADD9-3EAC9FB4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mainから作業用の履歴を分岐させ、担当ゲームの変更を進めます。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A5536-49AC-450E-98B4-3C8AC8F6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7A407-A5B6-4F99-9EF0-98400F98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9A1FD-DC1E-4C54-874A-17FF2E76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9E6FF-D2A4-40A2-8F38-2874D3EC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286" y="2963228"/>
            <a:ext cx="69056" cy="1408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C878D-5309-4512-AA00-33247292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286" y="3626168"/>
            <a:ext cx="1049655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C0CC8-2634-4D9D-BF12-DE8C71E4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885" y="3101340"/>
            <a:ext cx="69056" cy="593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346DF-8F51-4605-9871-9C481326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174" y="271462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BCE86-E012-42EC-B599-C43506D3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174" y="4206240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A681F-2ED1-4FDD-BBB8-D183AAD2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773" y="2783681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99AD9-458F-432D-A423-A9D0966B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mainは、統合されたコードの基準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AFF05-94DC-4FA8-AAC6-11A39236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mainからfeature/&lt;ゲームID&gt;を作成し、作業先を切り替えます。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0BBE2-F312-46A6-B1FE-8E66C0C7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作業ブランチに変更を記録する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793C2-D871-4AE5-9195-2A2F356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Commitで変更を記録し、PushでGitHub上のブランチへ送信します。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CC111-FDF0-4E2C-B805-476C4F35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PRを通して、mainへ統合する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56B1F-3C90-41F1-864A-7B0125EB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5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mainへの反映は、PRを確認した講師がマージするときに行います。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F06DA-2D27-4EF5-8DC5-1879B109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697ad9f337214890"/>
              </a:rPr>
              <a:t>出典：GitHub Docs「Branches」／研修手順書</a:t>
            </a:r>
          </a:p>
        </p:txBody>
      </p:sp>
    </p:spTree>
    <p:extLst>
      <p:ext uri="{BB962C8B-B14F-4D97-AF65-F5344CB8AC3E}">
        <p14:creationId xmlns:p14="http://schemas.microsoft.com/office/powerpoint/2010/main" val="2045403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1AB82-CEB5-4CC4-8337-D3D5B231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1CF8C-E61E-4FB7-AB25-17CE9CC4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ブランチの流れ｜分岐・変更・統合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6F717-43DB-42DB-9EFD-11D916B7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例：ババ抜きの変更をfeature/babanukiで進め、講師がmainへ統合します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893A5-9481-4BB1-AB13-C571DAA7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11574-7C36-4F55-AF60-78680C4B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E9907-BF29-4D25-A47D-F268EEAD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8D7AA-9185-4A04-A060-89BCA71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B9448-DF9A-4A4B-B543-5A01AA8B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000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2E31B-5892-4C42-8F6B-505D719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540AF-C93F-4DAA-B482-211ECF68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E90BA-1102-436D-BAF2-4055167F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ACDC8-BF6B-4D1A-9FA9-F40ECC93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200D2-B84C-4DA5-ACBC-7D272C25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146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F34F4-323A-4A61-8C68-08012D5D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57750"/>
            <a:ext cx="523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C7A88-2423-442E-8817-9BDA02EC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05125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39094-680F-47D6-9927-A4BE70A8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33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450D9-5133-4A3C-871F-0498CE5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33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62F5A-9FEF-4FA1-8D8C-820DF0C2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33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D3D48-35B3-48A9-9E62-AFC8B1BC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1020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feature/babanuki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A5F8C-1CEB-4501-B7D9-4D187CD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0520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ブランチ作成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D151D-8FDF-4142-81AC-D160A36C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91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BCE3B-0F37-4552-9125-E26524BA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7662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PRを確認</a:t>
            </a:r>
          </a:p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講師がマージ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753AA-12B7-4816-9835-1171BE3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2221BE-D5EB-410A-9390-047BEED7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ブランチを分けても、編集してよいのは src/games/babanuki/ の中だけ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AAC14-1180-4AD1-B467-0EEECC68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</p:spTree>
    <p:extLst>
      <p:ext uri="{BB962C8B-B14F-4D97-AF65-F5344CB8AC3E}">
        <p14:creationId xmlns:p14="http://schemas.microsoft.com/office/powerpoint/2010/main" val="612690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C6435-FB2C-421C-81CC-016E4C28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6489E-9E97-4B1D-97A1-48B3E6C0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Request｜変更を提案し、確認を受ける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39B4E-C458-4BA3-92D5-8DFCC963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作業ブランチの変更をmainへ取り込むための、GitHub上の提案です。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3AAB9-7DB5-41DC-B1B4-A32D07D1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D04BA-C3F3-4E51-B1C4-49331550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AA45E-BAE9-4233-BF93-93BAE065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4B5CA-BEA9-4CE6-BDC7-FD27BC8B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796" y="2894171"/>
            <a:ext cx="69056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23626-6654-45E8-A6E8-C366F251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796" y="3543300"/>
            <a:ext cx="120157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3FDBD-0F41-458F-AD53-E40F19A3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319" y="3059906"/>
            <a:ext cx="6905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0CBC9-9723-45D4-8248-6EEAED6E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84" y="271462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5EEC4-1D32-4046-8634-A9BD50DA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84" y="4164806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37E99-2157-4FD1-AF33-B1FD7649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206" y="282511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904F6-D14D-45E9-B4C8-26D435A2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190" y="3391376"/>
            <a:ext cx="524828" cy="3729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333AE-45B0-489E-82CA-00738CC2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変更の理由と内容を説明する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C1A86-CCFF-4ADB-93CB-B8562B6E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PR本文に実装内容と確認結果を記載し、対応するIssueを示します。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F7944-0694-461C-9088-3268E71B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差分と検証結果をまとめて確認する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E9018-C918-439D-8433-45EAA848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変更ファイル・コミット履歴・コメント・CIの結果を確認できます。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7A00E-9E09-4C16-A89A-56B17AB0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確認後にマージする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402CB-957A-4CAE-9175-7838BBDA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5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研修では参加者がDraftを解除して提出し、講師がmainへマージします。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ED37B-9316-49A1-A238-14F765A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c3ae9fcda1fc4195"/>
              </a:rPr>
              <a:t>出典：GitHub Docs「Pull requests」／研修手順書</a:t>
            </a:r>
          </a:p>
        </p:txBody>
      </p:sp>
    </p:spTree>
    <p:extLst>
      <p:ext uri="{BB962C8B-B14F-4D97-AF65-F5344CB8AC3E}">
        <p14:creationId xmlns:p14="http://schemas.microsoft.com/office/powerpoint/2010/main" val="13496151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F2FC19-8020-413D-919D-D095557B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4C28D-D282-4E3B-A970-0323D50D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PRの状態と、確認する場所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B3301-72DE-4FB7-864F-BC9C80BA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Draft作成、提出、マージは別の段階です。Pushだけではmainに統合されません。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E4A20-DFF0-4120-ACBA-30E63261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395A1-ABA2-4505-BFBB-6EA8CAF2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FDF29-AC40-4E75-B8E8-E9166BF1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07DD8-AAFE-4743-9AA3-DBD374CA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" y="2461736"/>
            <a:ext cx="30956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1E32E-7926-4223-A628-8CE408EC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" y="2752725"/>
            <a:ext cx="538639" cy="3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DD0DD-A391-4819-88B0-D795E8BF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294" y="2536031"/>
            <a:ext cx="3095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39BA9-80BF-4683-92BB-422A10F0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9" y="238125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538BB-11D2-44A9-B8F5-544FEC12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9" y="3031331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82E0E-10C3-4936-BF16-7CFC95A6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" y="243078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932CD-7B85-48CB-8D94-B1829A8E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2684621"/>
            <a:ext cx="235268" cy="16716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DA60E-7271-43A8-AB52-8B39141B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8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91C24-204D-4A3B-A32C-2E4EFB17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作業途中を共有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558C9-02FA-4EA9-A588-2029D7AA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43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フェーズ3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AD4E9-51F8-48B4-B681-910C2C4A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486" y="2461736"/>
            <a:ext cx="30956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60471-7A68-42AA-B675-F8E29453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486" y="2752725"/>
            <a:ext cx="538639" cy="3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1159E-32CD-4D1B-9049-4589A11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169" y="2536031"/>
            <a:ext cx="3095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4ACB5-722E-49D0-B6DA-6D12418C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574" y="238125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9705D-DCB7-46B0-BB07-0409F622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574" y="3031331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F0514-A424-4512-B407-4CCCAA92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256" y="243078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EB17A-F249-46F1-ACE8-1B9E75FA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180" y="2684621"/>
            <a:ext cx="235268" cy="16716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9B0CC-F692-4A63-A1F6-912C1306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Ready for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1D438-40B2-40C3-811B-535277C2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194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参加者が提出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E0A81-66C5-4E2C-B282-93E8543E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フェーズ6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5AF78-C60C-44CE-AC62-9FAE8D85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81250"/>
            <a:ext cx="619125" cy="37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9A883-4296-41BB-B371-501921F7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81250"/>
            <a:ext cx="37148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50A5DD-DC88-4096-B47C-DF04D92E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853" y="2381250"/>
            <a:ext cx="37148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013D8-AE71-4B75-A64E-9C9D577D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025140"/>
            <a:ext cx="619125" cy="37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6D1580-2733-4F3E-BF5C-66B573A1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318" y="2492693"/>
            <a:ext cx="507683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69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3169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4AE5DB-579E-4CE7-B524-3AE8F485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428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Merged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F04A2-F5B4-443D-A1F2-3CB214B5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194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講師がmainへ統合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BE9E6A-5D55-4324-80AD-7186EBFB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43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フェーズ7</a:t>
            </a:r>
          </a:p>
        </p:txBody>
      </p:sp>
      <p:graphicFrame>
        <p:nvGraphicFramePr>
          <p:cNvPr id="74" name=""/>
          <p:cNvGraphicFramePr/>
          <p:nvPr/>
        </p:nvGraphicFramePr>
        <p:xfrm>
          <a:off xmlns:a="http://schemas.openxmlformats.org/drawingml/2006/main" x="857250" y="4953000"/>
          <a:ext xmlns:a="http://schemas.openxmlformats.org/drawingml/2006/main" cx="135255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381375"/>
                <a:gridCol w="3381375"/>
                <a:gridCol w="3381375"/>
              </a:tblGrid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本文・会話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変更履歴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自動チェック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ファイル差分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Conversation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Commits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Checks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Files changed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4CF765-CF57-4055-8F48-41DB0AD7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0375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Draft中はマージ不可。提出後も同じブランチへpushすると、PRの差分が更新されます。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37BE43-AD73-48FD-B486-548EC9F5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  <a:hlinkClick xmlns:r="http://schemas.openxmlformats.org/officeDocument/2006/relationships" r:id="R14f6946425d94ea0"/>
              </a:rPr>
              <a:t>出典：GitHub Docs「Pull requests」</a:t>
            </a:r>
          </a:p>
        </p:txBody>
      </p:sp>
    </p:spTree>
    <p:extLst>
      <p:ext uri="{BB962C8B-B14F-4D97-AF65-F5344CB8AC3E}">
        <p14:creationId xmlns:p14="http://schemas.microsoft.com/office/powerpoint/2010/main" val="1070202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6E5F4-63E4-43E0-8768-BA069C62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51CEA-A88A-4D49-B52C-CE3B25B5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7フェーズで進める共同開発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DC84C-1E1F-43E5-855F-8D54568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各フェーズの完了条件を確認してから、次へ進みます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6B4E6-2838-49F3-8908-E7572F76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29069-628A-4D7D-B294-6791BE79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5634C-A863-4A0E-A52A-C5BE3E48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121B7-81BD-45D2-AAEC-29A9410D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0BFB0-16B6-4B61-AE94-98E44977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  環境を用意する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38DC6-1BC8-43E6-9D66-8C7E5A23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4F9B9-04F5-4783-B24A-5C827B6F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  担当ルールを読む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F0341-5C67-4000-9CAD-C321DB5F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AED09-CCBE-44CA-9E46-C8FDDE64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  雛形・Draft PR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443C4-A71A-4244-A437-4BA57C49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C0FCD-90E3-4BA3-9E90-F23974FF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  ゲームを実装する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50317-75A1-4631-A520-9130DC73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59DD8-16C6-43FE-95B0-C0D8E3F8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  検証・不具合修正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3F2A8-DC71-442C-A25C-F22D5113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CFA6A-DA8F-4A58-BB3F-56289EDD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  PRを提出する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6A062-4E8F-455F-BAA2-3F6FFFFE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F9106-EFAF-450A-B501-A0FA3A77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7  マージ・公開確認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B06AC-8FD9-411A-924B-4EA9C0BD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1308D-F53D-4260-AE39-1571A1D4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講師がフェーズの区切りで全体の進捗を確認します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3351219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72834-C8F6-42DA-ABB5-EA45B90F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7D3D9-ACA7-40E7-90EA-D202FE0A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ターミナルA・Bの役割分担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E82F5-203E-47F6-9C3B-2C975336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PowerShellを2つ開き、AIへの依頼と参加者の操作を分けます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419AB-4802-4E7A-AF61-D425FE0B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46473-FB6D-450E-823B-1A2CECE1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CCEFE-CEFE-4369-B0A8-F7091D0B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57250" y="2266950"/>
          <a:ext xmlns:a="http://schemas.openxmlformats.org/drawingml/2006/main" cx="13525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5286375"/>
                <a:gridCol w="5667375"/>
              </a:tblGrid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A：Claude Code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B：参加者が直接操作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常時起動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Claude Codeのセッション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npm run dev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主な作業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調査・計画・実装・下書き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ブラウザで試遊・npm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PRの提出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承認付きでpush・PR作成／編集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gh pr readyでDraft解除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D5BEF-1522-447D-B76E-3DCC543C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9086B-2925-4D6E-9579-66F67451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追加のPowerShellもBとして扱います。Claude Codeを起動するのはAだけ</a:t>
            </a:r>
          </a:p>
        </p:txBody>
      </p:sp>
    </p:spTree>
    <p:extLst>
      <p:ext uri="{BB962C8B-B14F-4D97-AF65-F5344CB8AC3E}">
        <p14:creationId xmlns:p14="http://schemas.microsoft.com/office/powerpoint/2010/main" val="12287279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3D709-CD87-4181-9DEB-E146FBE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8D2CB-A5A6-474E-9BC5-BC748E40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担当ゲームと編集できる範囲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78D24-D207-4F56-8BD9-56EFDBC5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担当・ゲームID・Issue番号をメモします。相違があればharness/config.jsonを優先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051D6-9928-4F1A-AFE6-58A200C4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4936B-CD3A-450B-894E-EF92724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28D91-E080-4F81-AD79-654635C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57250" y="2190750"/>
          <a:ext xmlns:a="http://schemas.openxmlformats.org/drawingml/2006/main" cx="135255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429000"/>
                <a:gridCol w="4191000"/>
                <a:gridCol w="2095500"/>
                <a:gridCol w="2286000"/>
              </a:tblGrid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ゲーム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ゲームID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難易度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ババ抜き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babanuki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  <a:hlinkClick xmlns:r="http://schemas.openxmlformats.org/officeDocument/2006/relationships" r:id="R38ef24865ac24d13"/>
                        </a:rPr>
                        <a:t>#1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大富豪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daifugo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上級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  <a:hlinkClick xmlns:r="http://schemas.openxmlformats.org/officeDocument/2006/relationships" r:id="R27ea3b6d036845dd"/>
                        </a:rPr>
                        <a:t>#6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担当3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神経衰弱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shinkeisuijaku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  <a:hlinkClick xmlns:r="http://schemas.openxmlformats.org/officeDocument/2006/relationships" r:id="Rf198955f2a864ec9"/>
                        </a:rPr>
                        <a:t>#2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ポーカー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poker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上級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  <a:hlinkClick xmlns:r="http://schemas.openxmlformats.org/officeDocument/2006/relationships" r:id="Rcb3879c6f8f045d7"/>
                        </a:rPr>
                        <a:t>#8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担当5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ぶたのしっぽ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butanoshippo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  <a:hlinkClick xmlns:r="http://schemas.openxmlformats.org/officeDocument/2006/relationships" r:id="R9e859169afad4c39"/>
                        </a:rPr>
                        <a:t>#9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スピード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speed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  <a:hlinkClick xmlns:r="http://schemas.openxmlformats.org/officeDocument/2006/relationships" r:id="Rc9e4e2c2a911467a"/>
                        </a:rPr>
                        <a:t>#3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担当7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七並べ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shichinarabe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  <a:hlinkClick xmlns:r="http://schemas.openxmlformats.org/officeDocument/2006/relationships" r:id="R155cad40727a41b2"/>
                        </a:rPr>
                        <a:t>#4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ダウト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doubt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  <a:hlinkClick xmlns:r="http://schemas.openxmlformats.org/officeDocument/2006/relationships" r:id="Rb198179bff3e46e0"/>
                        </a:rPr>
                        <a:t>#5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ページワン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pageone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  <a:hlinkClick xmlns:r="http://schemas.openxmlformats.org/officeDocument/2006/relationships" r:id="R8171bb5b26a94b12"/>
                        </a:rPr>
                        <a:t>#10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F72F0-8339-48F1-8D83-EB18D6E3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4F29B-D96B-4EA0-9FEC-422B94AB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編集できるのは src/games/&lt;ゲームID&gt;/ の中だけ</a:t>
            </a:r>
          </a:p>
        </p:txBody>
      </p:sp>
    </p:spTree>
    <p:extLst>
      <p:ext uri="{BB962C8B-B14F-4D97-AF65-F5344CB8AC3E}">
        <p14:creationId xmlns:p14="http://schemas.microsoft.com/office/powerpoint/2010/main" val="1157168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595BF-E5A2-4886-A231-743906C5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D0313-235C-4DB0-8C03-B29448ED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プロンプトと担当Issueの使い分け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A72B1-D858-432E-A977-3D29E6B2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スライドは共通の指示を掲載。実際の入力では、担当Issueの文面を利用します。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DF599-44EC-46AF-8337-381A8C03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F8D84-5D79-4713-AEA9-0509A609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438CA-645B-4B72-A5A8-91BF5A9E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C05EE-2913-4E92-995A-F629BD0B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F4113-17AD-43A8-9088-6B8C53DB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フェーズ1・2・7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08324-FF5E-45D4-B8DC-11066AE0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スライドの全文を入力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&lt;ゲームID&gt;・&lt;Issue番号&gt;などを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自分の担当情報に置き換える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47708-71D8-4B4C-AD94-F9EF3C36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6582B-EE19-455E-8EB5-C7C63031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フェーズ3〜6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72FFE-C955-4A1F-93BD-209BE2E2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担当Issueのコードブロックを利用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ゲームID・ブランチ名・Issue番号は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担当内容に合わせて記載済み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9BD4B-5E62-4A29-9F44-0AD5F360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1323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&lt;自分のPR番号&gt;・不具合の状況・要件の文言は、実際の内容に置き換えます。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13FDB-B8CA-4FF9-A7B6-40CB53BF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B5152-1E46-4949-B323-D6BD9814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複数ページのプロンプトは、全文をまとめてAに入力。停止条件・禁止事項も残します</a:t>
            </a:r>
          </a:p>
        </p:txBody>
      </p:sp>
    </p:spTree>
    <p:extLst>
      <p:ext uri="{BB962C8B-B14F-4D97-AF65-F5344CB8AC3E}">
        <p14:creationId xmlns:p14="http://schemas.microsoft.com/office/powerpoint/2010/main" val="2791644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35941-7648-4F91-8020-11DABAB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B6C25-E0EF-4501-86A3-3A3738A2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フェーズ1｜ツール・認証・クローン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3988E-4E06-4AE3-B0F8-2475D2F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目的：共有リポジトリへアクセスできる環境を用意する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58D81-4900-4897-9770-9F078AB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6AD39-1B4B-4646-8748-BD3EE550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C3DD6-A6F3-4AF6-82D2-D7521920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979DB-6FD2-4C8C-9C1C-4BEE7C62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26263-C6DB-4862-A411-17262C26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Node.js 22.x・Git・GitHub CLIをインストールし、バージョンを確認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5FED6-164B-475B-9369-654A072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41122-D1FE-45CE-8B77-887DCAC2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385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リポジトリへの招待を承諾し、gh auth login でログイン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D3B73-BB47-48B8-866A-AD0C1978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BF0E2-E1C4-48CC-8658-812ED08E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auth status と gh repo view で認証・アクセスを確認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AE7D3-EAEE-4022-8CA9-3BD63D6D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FA805-802E-4D8C-9E6A-9543D09D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リポジトリをcloneし、git statusでmain・変更なしを確認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A09CC-AFBA-4D42-8AE0-095BC67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F88FA-5647-411A-B8F8-2EBB210F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参加者が操作：GitHub.com → HTTPS → Login with a web browser</a:t>
            </a:r>
          </a:p>
        </p:txBody>
      </p:sp>
    </p:spTree>
    <p:extLst>
      <p:ext uri="{BB962C8B-B14F-4D97-AF65-F5344CB8AC3E}">
        <p14:creationId xmlns:p14="http://schemas.microsoft.com/office/powerpoint/2010/main" val="20142073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B4130-04F4-459F-935A-21EB8FEE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98FD7-C98E-4C03-B9BF-E0644072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フェーズ1｜Claude Codeを起動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12EEF-ACFB-4762-8C21-D9AC6DDD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参加者が操作：クローンしたcard_arcadeフォルダで起動します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AD3F8-37EF-4F7D-9AD7-FB75BCFD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0FBD6-1161-4E19-8259-7587DF4A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01C5-10AE-4AB0-B8C7-6B211845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90135-EE99-4E02-A217-790D7D7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3335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9CA63-C8BE-471A-B078-62C07A22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304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cd [任意のフォルダ]/card_arcade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F8694-6603-481D-8E95-431787E1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8395A-24CD-4776-8503-91632EC5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100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このPowerShellを「ターミナルA」として使う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ACA69-1696-402A-8D71-BD48C5AC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56ADE-8F40-4CB6-A08E-F95C9457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9110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起動時の「今のセッションの前提」を確認する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67839-EF4D-4DC3-8156-8D4E1DD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BB76D-6A1E-4145-940F-8AC6CBC9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721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最初は「担当未設定 ⋅ main ⋅ 変更なし」で問題ない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DD2A1-8551-44DC-B5BB-D6036502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45779-CA34-4C03-B155-08438F9E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担当情報は、フェーズ3でブランチを作成して起動し直すと反映されます</a:t>
            </a:r>
          </a:p>
        </p:txBody>
      </p:sp>
    </p:spTree>
    <p:extLst>
      <p:ext uri="{BB962C8B-B14F-4D97-AF65-F5344CB8AC3E}">
        <p14:creationId xmlns:p14="http://schemas.microsoft.com/office/powerpoint/2010/main" val="14503266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79B3D-340E-43BB-970D-6DD962C7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8A9C0-92FC-429D-9C5A-12FAD847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フェーズ1｜環境準備のプロンプト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D6DE3-4803-4BCF-A475-458BC4F0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C1BEA-5C6E-4BA7-9942-900191EE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554A6-6983-4D0D-844A-3DEC9678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35CAB-9DB6-430E-8E50-184A6812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8368D-BD14-40C3-A8FD-1C653F46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B71CF-8988-4091-AD4C-5335ED0C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環境の準備をします。次の2つを、この順番で実行してください。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3F0CE-ABFC-4719-B10B-BCFA116C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npm 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5E0C1-35D8-4DA7-BF60-B35896C4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npm run doctor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950E7-D9D5-44E6-8E7A-B43EB683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4335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install は使わないでください（package-lock.json が書き換わると CI が失敗します）。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85DD2-C9D8-47E9-9853-77AF6CB3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815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dev は実行しないでください。私が別のターミナルで動かします。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26071-AAF6-4BD7-8D2A-2AA5F911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3816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doctor に ✗ が出た場合は、修正せずに止めてください。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0C08F-F4B9-4470-A6CC-19A4106E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8007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✗ の行と、その直下にある「→」の行を、そのまま表示してください。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44894-F1F6-4D81-A100-6C40E9C8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doctorに✗が出た場合は、その出力を講師へ共有してから次へ進みます。</a:t>
            </a:r>
          </a:p>
        </p:txBody>
      </p:sp>
    </p:spTree>
    <p:extLst>
      <p:ext uri="{BB962C8B-B14F-4D97-AF65-F5344CB8AC3E}">
        <p14:creationId xmlns:p14="http://schemas.microsoft.com/office/powerpoint/2010/main" val="21053395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28EC6-C4A1-4C88-9A49-4E6FD89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78DF1-FAA2-406E-8608-A14190AF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フェーズ1｜環境確認後にサーバーを起動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BE2BC-B771-4103-88A9-2D1D2EDE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npm ciの完了を待ってから、ターミナルBを操作します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4A0E7-75ED-4C6F-B5EA-6CBC7C5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CB051-7A8E-452C-B26F-31ED2F6F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96A2E-7EC4-4B6E-B1E8-0F32B5D3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3BA1C-CFB2-4C47-B9E8-93CFD8B9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807F5-AC84-4DD4-8820-2E92DCF5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A：Claude Codeへ依頼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B61CA-B512-4E46-9609-2C99E64F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1. npm ci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2. npm run doctor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✗ があれば修正せず停止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7D9C9-F68E-4A8E-A89F-14C8B1B5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008AF-620E-4E74-A6B9-545887A3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B：参加者が操作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61B88-B42E-472E-8274-3CD52B7D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3. npm run dev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4. localhost:5173を開く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5. ハイ＆ローを最後まで試遊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5FD20-8451-41F1-AA49-BB05777A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6EA78-A4EA-4618-879A-0A0696CE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npm installは使わない。doctorの✗行と直下の「→」行をそのまま確認する</a:t>
            </a:r>
          </a:p>
        </p:txBody>
      </p:sp>
    </p:spTree>
    <p:extLst>
      <p:ext uri="{BB962C8B-B14F-4D97-AF65-F5344CB8AC3E}">
        <p14:creationId xmlns:p14="http://schemas.microsoft.com/office/powerpoint/2010/main" val="19051783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44EB5-6E71-4C1F-BADA-0B73DB4A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664A0-DCBC-45FC-A966-3CE1944D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フェーズ1｜完了条件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4281B-7EE1-4C8C-BFBC-ED638AE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環境チェックと画面確認の両方を終えて、ルール確認へ進みます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DDB8E-7BD5-488B-A4F8-1873FC2B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90722-1CEB-485E-825F-B481DC02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C527C-BC14-4581-81C5-3F05AF4A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169D1-4745-4E24-93EA-8F367F35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F19C4-2EBA-4458-BD1D-F1E9F5A2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環境・認証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F0815-A75A-4D95-91D8-7BF55471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Node.js 22.x／GitHubログイン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clone直後はmain・変更なし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Claude Codeの起動案内を確認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doctorの9項目に✗がない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B3C35-27A6-4F60-85C1-9AD78C14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49E55-C224-444A-AAF6-6C1E40C2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画面・担当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AE8AD-9195-41E1-9F80-7B1F11AA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Bで開発サーバーが動作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一覧表示・ハイ＆ローの試遊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担当と編集範囲を記録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AとBの役割を説明できる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93282-A70C-4769-A184-7C6738B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56ECB-786B-4EA3-AFE4-035F9A13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npm run devは研修終了まで起動。テスト等は追加のBで実行します</a:t>
            </a:r>
          </a:p>
        </p:txBody>
      </p:sp>
    </p:spTree>
    <p:extLst>
      <p:ext uri="{BB962C8B-B14F-4D97-AF65-F5344CB8AC3E}">
        <p14:creationId xmlns:p14="http://schemas.microsoft.com/office/powerpoint/2010/main" val="7157778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AFFAB-6433-4E1E-B4DC-59D43C21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0B777-D15A-40E3-8295-F71FD99D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フェーズ2｜必須要件と対象外ルールを読む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B4E8D-C9AF-4065-967E-B7CFBC0B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目的：実装するもの・実装しないものを、原文で確認する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1BB7B-A399-4ABE-8605-C69AD076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8813E-ACF5-4007-85C0-E38B76A7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95265-615F-41A0-A68C-386FEB05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36A63-9E0E-4BD2-9CE1-F6D24B9D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A4A9D-5E4F-4A97-82F3-1F7B321F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8BC8C-2682-49EB-860D-B1C7245B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A：本文を全文表示してもらう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要約・省略・並べ替えはしない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最後に必須要件の件数を確認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BFE59-96E9-4699-BE61-371CF20A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ACCED-368D-409F-8A7F-3F983FC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ゲームのルール文書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35344-3A80-4F94-AE14-035935C3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docs/games/&lt;ゲームID&gt;.md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「今回は実装しないルール」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「時間が足りないときの省略順」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の内容を原文で確認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1D3AC-69FB-4652-A82E-3724AE15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65416-0557-4598-A33F-3AEAF954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Issue・ルール文書のどちらにも記載がない機能は、実装対象に含めません</a:t>
            </a:r>
          </a:p>
        </p:txBody>
      </p:sp>
    </p:spTree>
    <p:extLst>
      <p:ext uri="{BB962C8B-B14F-4D97-AF65-F5344CB8AC3E}">
        <p14:creationId xmlns:p14="http://schemas.microsoft.com/office/powerpoint/2010/main" val="16361107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825E0-2F25-4407-BDD7-D3D7F1EF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6F3C5-DD24-458B-BBD2-CC254F8F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フェーズ2｜Issue全文を確認する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6E8E6-1EBF-4751-B6D5-74CEBA8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4C34B-C3BA-4874-81E1-7610926A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602BA-2A7F-467D-BA08-ED982E44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45AAE-5912-4BF2-9C9B-B90F28A7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A4778-A23E-4889-8DA9-9143E151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980B8-C058-484D-86B8-7E886E2B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issue view &lt;Issue番号&gt; を実行して、出力をそのまま全文表示してください。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74073-93C6-4407-BD9C-2F99C5D7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要約・省略・並べ替え・言い換えをしないでください。原文のまま出してください。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133EE-07FF-4503-B894-CACE266D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最後に、必須要件（チェックボックスの行）の件数だけを教えてください。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B6E1E-0ECA-45D1-ADEF-22CA718F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解説や所感は不要です。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2A83A-CEB1-47A5-BE38-ADAB5C64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&lt;…&gt; は担当情報や実際に起きたことに置き換えて入力します。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16596198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19643-FC76-4222-8D03-B28A024D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3A7F1-2BDB-4180-8FDC-7E7D0199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フェーズ2｜対象外ルールを確認する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2FAC1-4562-4620-8C17-4CA30C7A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1F412-51C8-4D13-977E-B1678A51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6DFBA-753C-4641-8F81-2E424057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DDCB2-8948-41AF-9519-F8C2120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6C4BC-0C26-41B6-B24D-4DCF40F2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C010F-C894-42A9-917D-44EFEBE2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docs/games/&lt;ゲームID&gt;.md を開き、次の2つの見出しに含まれる内容を原文のまま表示してください。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32EE7-4345-4180-B1CA-0939F34E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「今回は実装しないルール」の表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BF3C3-4935-4D87-A398-B984508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「時間が足りないときの省略順」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85751-51AB-4347-9D99-1FABC1BA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要約しないでください。解釈や補足も足さないでください。原文のまま出してください。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86BCC-DC18-43F2-A494-1598B90C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&lt;…&gt; は担当情報や実際に起きたことに置き換えて入力します。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11297742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18F5A-A204-4B73-B2AE-8BAB04C9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4943C-D19A-4002-BE31-AA6A9F0A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フェーズ2｜要件件数を進捗の基準にする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2AD0F-3B67-4F0B-B390-101DB817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必須要件の件数を数え、実装中もIssueを見られる状態にします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73886-C4DE-42FB-8200-EB2B2F1B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501D3-2278-4467-87DD-ECF212F5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B6693-D9BF-4D0D-9FA4-F5F21FE7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DF8F9-8603-4E6E-8911-316C3B86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33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59F57-5FEB-41A3-8B0E-FED11352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issue view &lt;Issue番号&gt; --web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BBC9D-ECCB-4040-BC8D-0A7EBAE8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1C896-8786-4894-A979-3E732850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623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BでIssueをブラウザ表示する（開発サーバーとは別のPowerShell）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4BAC2-6EAF-4AA8-8923-B723CC0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9DDD6-731D-4C46-AD9F-83FD13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148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完了条件：Issue本文を省略せず最後まで読んだ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A5F98-BC6A-4CE8-B2AA-3D438B87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24E3D-1427-4BCB-8918-813EC5CA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673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完了条件：必須要件の件数と、対象外ルールを確認した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A354B-41F2-4114-8B84-DEB71245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D9EFE-BCFC-422C-8A9F-0791060F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実装中は、実装と確認が済んだ必須要件にIssue画面でチェックを入れます</a:t>
            </a:r>
          </a:p>
        </p:txBody>
      </p:sp>
    </p:spTree>
    <p:extLst>
      <p:ext uri="{BB962C8B-B14F-4D97-AF65-F5344CB8AC3E}">
        <p14:creationId xmlns:p14="http://schemas.microsoft.com/office/powerpoint/2010/main" val="10737246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B6108-ADBB-403F-ADAE-CE0D7C4F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8D70C-833A-44D3-AE87-F539F610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フェーズ3｜担当Issueを参照して進める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65D15-890D-46CC-B856-D8DF899E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Issueの「進め方（フェーズ3〜6）」には、担当ゲーム用のプロンプトが用意されています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30E84-49E8-4FDA-87FE-3B0F0F19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58738-C381-4C1B-9E3E-0C213BE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64DC4-A1A5-477F-BFEB-83424781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33D12-D115-4098-B55E-F0E2B268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0B25F-28B2-4D86-9C0C-A2604D14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2E9E6-90B9-4C9C-A17E-53756936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30B2F-B6EB-4816-A048-E85CE955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44815-E7D8-452D-A9B5-3EA2CD08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83374-AD19-4C7B-852B-E45E23FA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C992E-03CA-4CE5-85A0-107C68AE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7E25F-92C0-4AA5-8A64-30B11D39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26BB6-8097-489B-839B-5259DC20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BF23C-BC1F-429C-8449-BCEAAC31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27CFB-02BF-47E7-B6AB-4D36C3AD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6A3C5-F889-4788-A670-FCD19061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「1. ブランチを作成し、雛形を生成する」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「2. 最初のコミットと Draft の Pull Request 作成」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15F26-0982-48E9-93D3-007FEA36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3D9F4-A7E8-43D6-B58B-67AEF171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自分のゲームID・編集範囲・ブランチを確認。</a:t>
            </a:r>
          </a:p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Closesの番号が担当Issueと一致することも確認します。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B1086-7E5D-4322-B816-63E722F2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519C11-C373-47E4-B28B-574380A0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4978795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BCD7F-530E-431C-80D5-1F194D43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A207E-83EF-410C-8467-94C83F67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フェーズ3｜ブランチと5つの雛形を用意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164CE-A0AF-4390-AC93-C74F2FB0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目的：実装前に作業場所と提出経路を確認する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DC77E-DB1D-45D9-88BE-C0E878F9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E4EE-C139-4F0C-B824-CB9B0F81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6A53B-7B7D-48B3-9007-640774A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5B4C5-66AC-4714-B4B6-10001EA2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2FD1F-92F1-4DB2-88DA-BA523333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A：順に実行を依頼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8052F-B3A8-409A-AABA-38362EF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main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pull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-c feature/&lt;ゲームID&gt;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担当ゲームのscaffoldを実行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npm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6712A-4880-47F7-8D13-B06091C7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B95B7-AF34-4EF5-8370-9ADC379A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生成する5ファイル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5E7F4-0D8C-4FE4-B145-497093C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index.ts：公開情報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&lt;Xxx&gt;Game.tsx：画面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logic.ts：ルールの純粋関数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logic.test.ts：テスト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README.md：遊び方・実装メモ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21759-2538-4153-86EC-CB53D983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0D968-C2B4-4D16-A393-24E99068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実行コマンドは手順書を参照。雛形生成後は /exit → claude で担当表示を確認</a:t>
            </a:r>
          </a:p>
        </p:txBody>
      </p:sp>
    </p:spTree>
    <p:extLst>
      <p:ext uri="{BB962C8B-B14F-4D97-AF65-F5344CB8AC3E}">
        <p14:creationId xmlns:p14="http://schemas.microsoft.com/office/powerpoint/2010/main" val="7543841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1F1BE-834F-458B-8283-CAE97E3D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CFB8C-1BB1-4D64-B18B-3535906F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フェーズ3｜ブランチ・雛形のプロンプト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E579C-8228-458A-96D3-7F175A90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5A7BD-9CAE-4860-AE82-35FAA07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0490A-4BA5-484C-A121-2F2AD06D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D3FA5-8448-42B4-8B9F-49820676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276D5-667A-4510-A434-5CCEF478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ACC94-05B3-40A9-80A4-5BB5DD24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これから &lt;ゲームID&gt; の実装を始めます。次の5つを、この順番で実行してください。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488D4-8545-4B0B-8883-77CEC665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git switch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B483D-EC7C-42D1-9043-E07F0736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git pull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8FAFE-3275-4691-8BA7-F167401A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3. git switch -c feature/&lt;ゲームID&gt;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3EC80-18A8-47DB-AA61-144D9D7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814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4. npm run scaffold -- --game &lt;ゲームID&gt;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9095C-5820-47CC-8742-CA06AAC9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005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5. npm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97A0B-93A8-4F6B-A1B4-109D3938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006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実行後、src/games/&lt;ゲームID&gt;/ に生成された5つのファイルについて、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90246-3782-4DF5-BF3E-21570C47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197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「ファイル名 … 役割」の形式で1行ずつ、合計5行で説明してください。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B893E-BC3B-459A-80E0-A01AF9CC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2198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ファイルは変更せず、まだ実装を始めないでください。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7C043-A378-4BAA-B96A-00C16FA2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完了後は /exit → claude で起動し直し、担当情報の表示を確認します。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209498516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F8A54-D03A-4C8A-8780-61F46A45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E12F1-A41A-4B2F-B9D8-63EA4FC8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フェーズ3｜変更を確認し、Draft PRを作成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9DA44-DA03-406C-B3E1-A30E733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A：Claude Codeへ依頼。push・PR作成はコマンドを確認して承認します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7F9E7-2BCE-428A-8C7E-0EB72A76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9CAD6-F48B-41E4-BE22-3E9D71D7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653D1-29CD-451B-9BF8-56DD79C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DB968-E937-4E99-A5FC-F8C0F248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600D6-75CC-42E3-AE32-322B318F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status --short で変更一覧を確認する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DECF5-572B-493B-A0B4-FCEA7BF6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DF33C-803B-4B54-A7A1-733C1A62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担当フォルダだけをaddし、雛形追加のコミットを作成する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4EE53-4F9F-4440-9F69-61B6307F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48C1B-4F59-46C1-8AE4-9183FDE1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push -u origin HEAD でGitHubへ送信する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BAFA6-9477-4307-93B0-843EC3E5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65F0A-FFDF-478D-B0CD-42FBB6A9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Draft PRを作成し、PR番号を記録する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2B9E9-F81B-4D6E-9311-400F17CF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CCA30-EABF-45DD-9445-674CBC96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Draft＝作業途中のPR。gh pr readyは実行せず、Draftのままにします</a:t>
            </a:r>
          </a:p>
        </p:txBody>
      </p:sp>
    </p:spTree>
    <p:extLst>
      <p:ext uri="{BB962C8B-B14F-4D97-AF65-F5344CB8AC3E}">
        <p14:creationId xmlns:p14="http://schemas.microsoft.com/office/powerpoint/2010/main" val="15038483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784F4-CCD9-4575-B82A-1BC3C0EC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02543-15D3-44B6-AA41-A5CB6234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フェーズ3｜雛形をコミットする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2D79C-92BB-4348-9482-BD3DD7E7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9ED3C-A178-4CC4-AA29-A071BB90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AED23-5BE1-4E85-914F-C2E89239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B73C6-6CA1-40D2-9083-5F3E40E2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A6D33-9E7A-40A1-8D06-607363B4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1E74B-1FD1-42D3-A488-96F99912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コミットの前に git status --short を実行し、変更されたファイルの一覧をそのまま表示してください。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ACF33-5351-46B0-A89C-3B268404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そのうえで、git add の対象は src/games/&lt;ゲームID&gt; だけにして、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E2ADB-732F-4E3D-8786-AAF8428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次のメッセージでコミットしてください。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87BB7-18B3-4411-A5A9-0D4C4D96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  chore(&lt;ゲームID&gt;): 雛形を追加する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78569-C11B-4A5E-9ACF-AF741091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625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 の外にあるファイルは、1つも add しないでください。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25BA0-AA6D-4B9E-B0F5-072D3B2E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4477109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565C2-D45C-495E-9AB4-8D0BB22E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5ABE1-CA96-44ED-93D4-39B58587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フェーズ3｜pushとDraft PRを作成する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5D449-4180-4E93-A340-3B360957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E90FE-CE0E-418D-810B-A0114C80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9FA04-36BE-43E7-8C88-99CDF7D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03FB9-CC97-42AD-B13D-1EB16A99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4659A-5D7F-45D6-8555-8ACD9756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E7BC4-0386-4643-8D77-27D5652E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push して、Draft の Pull Request を作ってください。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EF08D-6326-4B55-BB85-87F40C4B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push: git push -u origin HEAD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20D4F-999D-4034-9186-6557FDDC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PR: gh pr create --draft --title "&lt;ゲームID&gt; を実装する" --body "雛形を置いただけの Draft です。実装はこれから進めます。Closes #&lt;Issue番号&gt;"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3885A-BAA0-4B2C-A928-AFB5D830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作成した Pull Request の番号を最後に教えてください。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93C59-D992-4A64-929E-E1A3B491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815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は実行しないでください。Draft のままにします。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630A6-0590-4D29-A849-2BAD2AE4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7517891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B7EA4-7755-4429-A774-91B2BD1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84485-4267-4EE5-A4D7-8018449D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フェーズ3｜Closesの番号が違う場合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B1F08-4FEE-4369-A9EA-E73FDE73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52881-C4D8-4509-B494-51B64118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2C767-C3AA-43A2-A5A0-800E9C35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1B32E-116A-44E6-8474-DE501036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48E70-A4D1-43ED-B331-8EDA0994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6FEFD-0715-466B-8E7C-098D9CC3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Closes の番号が違います。私の Issue は #&lt;Issue番号&gt; です。そこだけ直してもう一度出してください。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874D6-8F4C-4033-8EE2-81004E86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承認画面で番号が違えば n を選択し、この修正依頼を入力します。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27326985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63D13-0920-42F5-BF8B-9552B60E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71D62-30AE-4A91-95C9-1BDFA6D0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フェーズ3｜CI成功を確認して実装へ進む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E0B10-F1E7-472D-A650-F433606C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CIはGitHub上で実行される自動チェックです。失敗を解消してから進みます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DAE69-4F6A-4AFF-8337-D0727C62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9C58D-24D7-4EEB-8E69-7CD6DD1C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A3AC6-5605-47E5-A658-4A4FF45C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6BE15-B964-41DC-8DF4-27E270E3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3335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7D94C-B227-4EF8-9E79-23BFFFFD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52675"/>
            <a:ext cx="13049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checks &lt;自分のPR番号&gt; --watch</a:t>
            </a:r>
          </a:p>
          <a:p xmlns:a="http://schemas.openxmlformats.org/drawingml/2006/main">
            <a:pPr>
              <a:buNone/>
              <a:defRPr sz="2475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view &lt;自分のPR番号&gt;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ED091-5BE0-4950-9AF5-8115ED7A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BA156-B189-48E9-A2D0-91DDF038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画面・ファイルの確認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5124A-34FC-4003-A0C2-054A1DA5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62103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担当名・ゲーム名を表示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担当フォルダに5ファイル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一覧に「準備中」を表示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22520-688D-415C-96C9-31984484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43375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B1608-FFD1-40E7-B093-B0190AE3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提出経路の確認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5D093-5E5C-445F-AAEA-9A67D00F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62103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push成功・Draft PR作成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PR番号を記録・verify成功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担当外ファイルをcommitしていない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1FEE3-447D-456D-8A37-14D1FCF7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075DD-E2FF-4862-953B-102BE63F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CI失敗時は原因を確認。403エラーは招待の承諾状況を講師に相談します</a:t>
            </a:r>
          </a:p>
        </p:txBody>
      </p:sp>
    </p:spTree>
    <p:extLst>
      <p:ext uri="{BB962C8B-B14F-4D97-AF65-F5344CB8AC3E}">
        <p14:creationId xmlns:p14="http://schemas.microsoft.com/office/powerpoint/2010/main" val="210898590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717BD-B162-407C-A8E3-74C831EC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82662-2C66-4961-B821-06DD0D1C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フェーズ3｜範囲外のaddが原因でCIが失敗した場合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BE47C-6AE8-4F60-B719-6F6BC75D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797D7-B71A-4FB3-9978-5208F0D9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9206F-1C35-4AAA-8646-C64E8237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C4B4D-0E37-4CE8-8220-81FE24B3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A8A9D-03B9-4EEB-8D74-30FFB273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EC6CA-E03C-4D0C-832F-C4F600EF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scope を実行して、範囲外の変更があるか確認してください。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23967-EA2F-43AB-BCDA-D4F37B9E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範囲外があれば、scope の出力に示された git restore のコマンドをそのまま実行して戻してください。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4B20F-541B-4F77-AC2E-734CAFCE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5814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 の中身は消さないでください。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1E47E-A676-4710-8BC6-F5359568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該当する場合のみ入力。担当フォルダの中身は保持します。</a:t>
            </a:r>
          </a:p>
        </p:txBody>
      </p:sp>
    </p:spTree>
    <p:extLst>
      <p:ext uri="{BB962C8B-B14F-4D97-AF65-F5344CB8AC3E}">
        <p14:creationId xmlns:p14="http://schemas.microsoft.com/office/powerpoint/2010/main" val="17985497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388BB-1759-4790-869F-9AB3CCF4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88BC7-0D42-4042-B30C-071BF288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フェーズ4｜担当Issueを参照して進める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B3A28-0ADC-4AFE-B405-842B18EE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Issueの「進め方（フェーズ3〜6）」には、担当ゲーム用のプロンプトが用意されています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7AF68-2AE7-4F8F-A29B-5E473696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87BF5-DE52-40CB-B0D2-C39158C2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9BE4B-9812-44F7-AF52-7D53A805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06426-D3A7-42FF-8B5B-FFF4C235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2E5F0-4CFF-4977-85E4-7E52D86D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61BC7-BC5D-4847-A31B-57701321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2D0FC-CBAC-4E56-9AF9-AD853013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060C6-85B6-4E44-92C5-5E232CD0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11F18-4516-43DD-B5B8-3F21135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6FC5C-55BD-4CC1-A0BA-864AB287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CB44B-43A8-49FC-9A44-D61F3292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78B7F-FAD9-4E81-A1F7-4F90340F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6A035-8CEC-4808-8E89-DDDDC661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0FC93-ABDF-4F5D-BC4C-A5E5D93D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A4DC0-CEDC-4E47-86DF-1D0E0DF2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「3. 実装の計画を先に立てる」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「4. 最後まで遊べる状態にする」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E22FC-DD06-4E49-B548-06F2BBF9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A8740-80D1-42F1-8C03-2F0A4865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計画と「必須要件」を1件ずつ照合します。</a:t>
            </a:r>
          </a:p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ゲーム固有の作り方は「実装の進め方」も参照します。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B1EF1-CC3B-481E-BC89-ED3C860D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4586D-56B8-47FD-998C-5D36092E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36676814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0D8C3-198E-45AB-ACC8-EF974344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A6C48-E1F8-45B1-86E2-3D77031B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フェーズ4｜実装計画を必須要件と照合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DBF2D-C3A2-48F2-81A3-5684D4C7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目的：仕様に合う計画を確認し、最後まで遊べる実装につなげる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42E38-4307-48C2-9F03-AEACECD3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36D40-F551-49C6-9027-6FC3B83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EB04D-B51A-413A-BF97-F20096CF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5CDD4-890B-49AF-88F0-FAA45A59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EFE5B-5482-41EE-85F9-70988170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Aへ依頼：Issueとルール文書を読み、実装計画だけを作成する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BD8D5-DD0C-463D-B642-D664D5BC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11112-DDDF-4FD2-96EE-99CB1ED6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385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参加者が確認：必須要件を上から1件ずつ計画と照合する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46E53-2BEA-40AD-80E7-B852DE1A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63187-BA99-4D41-9403-45D310FB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不足があれば追記、仕様にないルールがあれば計画から除く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7DBB7-8ABB-4F72-87B0-8533CCCA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C5118-CDF3-4F54-88E3-7C041D7F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計画が一致したら実装を依頼する。発展課題には着手しない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E2F9D-8515-4445-AF37-3D26658A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B2B13-B0F3-4AAC-BD18-223E7D6F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計画の確認中は「まだコードを書かない・ファイルを変更しない」を維持</a:t>
            </a:r>
          </a:p>
        </p:txBody>
      </p:sp>
    </p:spTree>
    <p:extLst>
      <p:ext uri="{BB962C8B-B14F-4D97-AF65-F5344CB8AC3E}">
        <p14:creationId xmlns:p14="http://schemas.microsoft.com/office/powerpoint/2010/main" val="5080954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82A6C-825D-486F-B13A-F01EDFF2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3CBCD-3367-4D8C-A110-0D20E1E6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フェーズ4｜実装計画を作成する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3A0CD-A6F9-4C73-A2AD-79278E1C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33F3B-D635-416E-8581-965211A5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A14D6-5214-45DD-9B1C-C591723B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140BD-4B0D-4BB3-BFB1-45FCFED7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9D06F-5750-498A-A7FD-88374338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BC8AB-3D72-46A4-BEB0-D17FA308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の Issue #&lt;Issue番号&gt; と docs/games/&lt;ゲームID&gt;.md を読んで、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8268B-060C-4718-A79C-098F7454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src/games/&lt;ゲームID&gt;/ にこのゲームをどう実装するか計画を立ててください。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D7738-0394-4A15-BDAA-B1185143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Issue にも docs/games/&lt;ゲームID&gt;.md にも書かれていないルールは足さないでください。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72EFB-E276-47A0-94A4-3043F34B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814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まだコードは書かないでください。ファイルも変更しないでください。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DE30C-30B2-47E3-A1E5-F4DD610C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00131917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27445-3CAE-4088-ABB3-E368B6F6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D81FA-B0F0-4E54-AB71-6E7B7426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フェーズ4｜計画に要件が不足している場合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7F4C4-BFE3-4207-9F06-AFB01490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5F22F-6A11-4F1F-A8D4-00E08751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A5A17-3358-4618-B5F0-0FCFC004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F3533-0B5C-4DF9-95B4-B0C1C10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6C05E-5DF6-47A4-A1CC-77F664A5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269BA-61D6-4D3A-916C-EF51E17C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必須要件の「&lt;Issue の要件の文言をそのまま貼る&gt;」に対応する項目が計画にありません。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8CCFD-F878-45A9-B75A-4A1A97BB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どの項目で実現するか分かるように、計画へ追記してください。</a:t>
            </a:r>
          </a:p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まだ実装はしないでください。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05478-7E3E-4BFA-B17E-24ABAA75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94396790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16C4A-3D93-440A-881B-023546A3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A3F4D-8FA9-4B14-BAED-4375F9D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フェーズ4｜対象外のルールが含まれる場合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E364C-7923-4F67-9648-CB940276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9ADB0-613D-4FFD-93CF-E1B9DA04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92C4A-7754-46ED-84BF-4C470327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F211B-EE8E-43EB-9AB8-C2C28F28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2A7E5-F92F-450C-8036-4642EE81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CCB46-44FF-4C2D-A00F-785C50C5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計画の「&lt;計画の中の1行をそのまま貼る&gt;」は、Issue にも docs/games/&lt;ゲームID&gt;.md にも書かれていないルールです。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7DD5B-E2F1-4E30-A7F8-07681EB9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実装対象ではないため、計画から外してください。まだ実装はしないでください。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2806D-9F83-4168-B667-D03A221C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91366704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0FD79-A85E-4578-9C6F-D0E4FE54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7AFC5-CFF1-4C3C-BC5B-243D0C9D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フェーズ4｜確認した計画で実装する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E573D-A18C-4269-AA1D-868A088E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7CF9E-3437-45E1-9CE8-5A8D03EE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D5243-C160-46AE-A712-DDAD8991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4F056-16D2-415C-8FAC-B189C529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EF595-EA83-4DDE-926A-337EFD8C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A580D-4B91-434C-BECC-AE60997A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その計画で実装してください。まず最後まで遊べる状態にすることを優先し、発展課題には手を付けないでください。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491BC-1027-4E01-B650-ABD8AD83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87058541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6A2C6-BA51-4401-B465-0CD4FAA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6B4D1-CBBA-4404-B0BD-3D99A2B4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フェーズ4｜実装後にテストと試遊を行う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B980F-F864-4873-95DC-2F148483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B：npm testを実行し、ブラウザをF5で再読み込みして操作します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1806B-B46B-4B70-A21D-3C60A802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C62C1-30BD-4065-A703-048AC12C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F6BA2-FB74-4A8B-9ADD-B0FCC50B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860F4-24E5-49D5-8102-91A061D8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6239E-949E-42C9-8828-2E40853B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参加者が行うこと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C9DC5-18E2-4D49-8495-A162FD77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最初から最後までの試遊を試す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停止・白画面・未決着を記録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確認済みの必須要件にチェック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不具合はフェーズ5で修正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E1970-7E4B-4CA4-9DEE-4FCCB9FD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492D4-E08B-4C48-BB3F-C9290115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完了条件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D53BA-48F9-4E48-8218-A6FAC3F1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計画と必須要件を照合済み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npm testが成功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担当ゲームを表示・操作できる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変更が担当フォルダ内に収まる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1576A-9309-4C7F-BCAD-82E38F5E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C2747-8602-480B-990E-F8C9C8BA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担当外の変更があれば元に戻すよう依頼し、変更一覧を再確認します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9921006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D2275-33F7-46B5-8F56-9080486A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35824-8741-4F72-B29E-EA5A31DF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フェーズ4｜担当外のファイルが変更された場合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608CB-72AE-411D-A775-34568076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DB2C7-F7A2-4045-9353-61150A6C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FD1A2-17A5-45E0-BB84-EB7F78DD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AA515-2091-4D84-8594-05AE5888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9DF1B-8017-47DB-B63E-9AE2C252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553F0-E5AF-4BB6-B5EE-D574DB0C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src/games/&lt;ゲームID&gt;/ の外が変更されています。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A11C5-3883-43B6-A47E-D608950E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その変更を元に戻してから、変更したファイルの一覧をもう一度報告してください。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16D4D-B50E-42C6-8F3C-2EA4D4FA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共通の補助プロンプトです。&lt;ゲームID&gt;を自分の担当ゲームに置き換えます。</a:t>
            </a:r>
          </a:p>
        </p:txBody>
      </p:sp>
    </p:spTree>
    <p:extLst>
      <p:ext uri="{BB962C8B-B14F-4D97-AF65-F5344CB8AC3E}">
        <p14:creationId xmlns:p14="http://schemas.microsoft.com/office/powerpoint/2010/main" val="40871681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1D9CD-A5B9-42B8-95E4-456191BA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8F25B-FACF-4470-B4CE-5E36CAF7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フェーズ5｜担当Issueを参照して進める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86F10-4F77-42C8-B6EB-351A3743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Issueの「進め方（フェーズ3〜6）」には、担当ゲーム用のプロンプトが用意されています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A18D6-9D6E-488B-B78E-DA560C03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7A82A-12E5-44C3-A8BF-08A6CBEF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D03F8-43C7-46D6-832C-07A8E53C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5415C-9BE3-4870-87B9-EF5E33C5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4C621-5DA6-492A-B974-B517F7C5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B3AE8-ACEC-49F0-9164-AAF657D5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2D5CC-ED33-4610-B9FA-0F4C7D02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9DC7D-FC62-4BB9-9D30-A27AF353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C6A7F-E41D-413E-958C-0E31F4AA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D1A0E-7497-44BB-83B4-1B188E2A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F9DEA-8635-4CB2-9992-7DE95010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A882B-17FD-4EA0-864B-803816AD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C4E6E-16C9-4A75-8403-A4EA006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B01F8-4607-412A-9658-7B230FF6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6D4B0-3685-44B0-B674-FDDA0C1E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「4. 最後まで遊べる状態にする」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「必須要件」「実装の進め方」「完了条件」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36CAB-8A6D-429C-AAEF-61E2406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C656D-CBF6-4C6B-989D-DFBC6A92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担当ゲームの動作と必須テストを確認。</a:t>
            </a:r>
          </a:p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不具合の状況と期待する動作は、自分が試した結果を記入します。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39041-A1ED-4ECB-B5BF-14F5FFC8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098E1-1103-4436-8848-38986D60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7149309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9346C-57A0-4EA1-8FED-AE44009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2F44C-F719-4BFB-BF08-DE82FE5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フェーズ5｜3つの観点で動作を検証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8890E-760A-49F3-B48B-481092E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目的：不具合を見つけ、同じ操作で修正結果を確認する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B4857-81F4-4F02-989D-9D51811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744E9-04D6-4EC4-B419-617D8435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0E0C4-2585-464C-B94F-BEF211D8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26F9F-E5B1-4AF7-BFD6-9F828B73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DABE3-6A84-496A-9709-55DC8848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正常操作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207DE-6380-4903-9662-243848CB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最初から最後まで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途中で止めずに遊ぶ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正しく決着するか確認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F3A09-2B52-456F-9C6C-71E6A90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46E98-F1F4-4962-87FE-F27CEA7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無効な操作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37E21-5CF2-4353-8608-AC813129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CPUの手番中に連打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出せないカードを選択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山札0枚で引く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状態が変わらないか確認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2B31A-A1C0-4C2B-BBE4-DF3CB71A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964DC-3E5D-49F7-9062-9F6BB728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リセット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18116-8C5E-4478-8E66-1D27F5CD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ゲームをリセットして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2回目を開始する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初期状態に戻るか確認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6628F-DE50-42E9-9F9A-4C1A48ED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BD810-B5BE-4FAE-910D-40FF7321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1人用ゲームはCPU関連を省き、そのゲームで無効になる操作を試します</a:t>
            </a:r>
          </a:p>
        </p:txBody>
      </p:sp>
    </p:spTree>
    <p:extLst>
      <p:ext uri="{BB962C8B-B14F-4D97-AF65-F5344CB8AC3E}">
        <p14:creationId xmlns:p14="http://schemas.microsoft.com/office/powerpoint/2010/main" val="83483742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D156B-3934-429F-A797-AFA76D59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3BE94-F13F-4649-BA79-EC6403B6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フェーズ5｜不具合は事実と期待を伝える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05E60-8E08-4826-B9B9-91408F7B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Aで/planに切り替え、原因と改善策の計画を確認してから修正します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2544A-6C70-4A1E-B6A6-49898174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F6AA2-EC33-4287-A40B-B981E6F8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F06FB-061F-4638-973E-9BF9F666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A6B90-ECAF-4E12-A36D-32032E43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333500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5CC60-B77C-4475-935B-EE972E4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304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起きたこと：&lt;ブラウザで発生したこと&gt;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期待する動作：&lt;本来どう動くべきか&gt;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依頼：原因と改善策を計画。まだファイルは変更しない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8FDB6-D7DD-4A76-BFC9-2881D2EF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2CD06-580B-4D76-B060-CCD35DF7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434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参加者が計画を読み、報告した不具合に対応しているか確認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F1B9C-32D3-4BF0-BE9F-DF709BFC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EFFB4-2B78-4441-8541-0F68C2C2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8637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計画に沿った修正を依頼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89C6B-B715-4080-BB3E-0B30EFC8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29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E387D-BCD3-4222-8916-097ED1C2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293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Bで再読み込みし、同じ操作で不具合が再現しないか確認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D8990-B167-4AF3-A2E6-73223B46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56AF0-5862-4F47-BD6C-7D867295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試す → 記録する → 計画を確認する → 修正する → 同じ操作で確かめる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24126427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643DC-5219-4F29-A8E1-28D87D4C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D404D-C9E1-4F99-B6D1-360F736B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フェーズ5｜不具合の原因と改善策を計画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A7B62-48F0-42CC-9A13-00534882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967A4-D4DB-4A70-9B13-DC83F14D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168F9-8241-4C4B-918D-7D1E99D8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B3EBD-1203-49E3-80E9-F5CDD6AD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72D18-9D17-4236-B557-977AD35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448BD-6F24-4F1B-B54C-E60E285F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ブラウザでゲームを操作すると、&lt;起きたこと&gt; が発生しました。期待する動作は &lt;期待していたこと&gt; 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14A16-9BE6-4BA8-A00E-F5CA3246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原因を特定して改善策を計画してください。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C3243-9CDC-4FC5-808B-8045B649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まだファイルは変更しないでください。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B3E5A-0679-4FE4-A25E-876E5114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Aで /plan に切り替えてから入力。計画を確認したあとに修正を依頼します。</a:t>
            </a:r>
          </a:p>
        </p:txBody>
      </p:sp>
    </p:spTree>
    <p:extLst>
      <p:ext uri="{BB962C8B-B14F-4D97-AF65-F5344CB8AC3E}">
        <p14:creationId xmlns:p14="http://schemas.microsoft.com/office/powerpoint/2010/main" val="208217823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C1D1B-BD38-4015-89DF-8CBEC2AD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046A1-C1B1-4484-AC1C-9EA8C022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フェーズ5｜必須要件を満たし、readyにする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9A8D9-09FD-40B3-B4EB-06E3E79F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最後まで遊べるようになったら、残りの必須要件を確認します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612B4-5DAE-4AE0-ADDA-34D8CEDE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7BE51-1972-4336-B372-33CB3581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B2A3D-92E3-476C-AADF-F1625B5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5C81F-B37D-4371-9B44-C5090CDB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CE96B-BCEB-4033-86F7-6F59B51D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Aへ依頼：未実装の必須要件を一覧にし、上から順に実装する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1F859-A8AA-4F39-89EA-1924ADAA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16830-86AD-43A8-B72E-971AE0CC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実装後にnpm testを実行し、結果を確認する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4B4A1-F193-4188-8A9F-FCF2D817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49FAF-CDE7-44B7-97CE-13652782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全必須要件を満たしたら、index.tsのstatusだけを"ready"にする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0A5F5-566E-4B3F-9B1A-C7B2F9BC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ADA1C-414A-476D-96AF-487EBE58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変更後に再度npm testを実行する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8F6A1-3162-4BCC-AAB1-C3C1DD8C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A323D-DE07-4EED-9DE7-51F828F9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完了条件：一通りの試遊・無効操作・不具合解消・テスト成功・全必須要件の充足</a:t>
            </a:r>
          </a:p>
        </p:txBody>
      </p:sp>
    </p:spTree>
    <p:extLst>
      <p:ext uri="{BB962C8B-B14F-4D97-AF65-F5344CB8AC3E}">
        <p14:creationId xmlns:p14="http://schemas.microsoft.com/office/powerpoint/2010/main" val="39055572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AB2C1-3C4A-4CA1-958C-D37A88DB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07936-5FCA-4B07-85E7-5991B376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フェーズ5｜残りの必須要件を実装する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DB3F1-A745-43F0-BF92-D984561E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4AAAC-712B-41E3-AACF-557463EA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185B8-9168-4582-9344-4461D572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03C8E-EA8C-4353-8EBD-43799151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A5B75-59E5-4994-B38A-24FA3B80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4D8FB-B8CB-4728-88E6-17C9D4CC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 #&lt;Issue番号&gt; の必須要件から、未実装の項目を一覧にしてください。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B8D00-30C8-4729-BFC1-8F0CB2C3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一覧を作成したあと、上から順に実装してください。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74CE5-2DE3-4C99-9C12-9ACBC0C1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実装後に npm test を実行し、結果を報告してください。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8C8EB-12BF-4212-872C-BC6D60DB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共通の補助プロンプトです。&lt;Issue番号&gt;を自分の担当Issueに置き換えます。</a:t>
            </a:r>
          </a:p>
        </p:txBody>
      </p:sp>
    </p:spTree>
    <p:extLst>
      <p:ext uri="{BB962C8B-B14F-4D97-AF65-F5344CB8AC3E}">
        <p14:creationId xmlns:p14="http://schemas.microsoft.com/office/powerpoint/2010/main" val="45446957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A1091-F12B-45FD-B55A-D517C672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D1961-D0A5-4176-A1C4-4BB4EA7F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フェーズ5｜statusをreadyへ変更する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E52C1-D76A-4AC8-988C-A6930B2F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543A1-3060-4096-8697-DE90386D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581BE-83F7-465E-AB3B-CFBC5A17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834DB-3380-4FB0-AF4D-A6F15640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C0D2C-1A98-4A69-B8ED-92214DAD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1FEFA-9D4C-4410-AF6B-5E5C1E13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src/games/&lt;ゲームID&gt;/index.ts の status を "ready" にしてください。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12CA0-BBF0-4656-91D0-FF0C69D1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ほかの項目（id / name / owner / difficulty）は変更しないでください。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2FC2F-C0E0-4092-8E8D-7A91A133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変更後に npm test を実行し、結果を報告してください。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39C06-798C-483C-99B3-DAB14A62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07272095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5AA23-CDF1-438C-848A-365BBFBB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FC1E1-9E88-4B4B-AA9C-B3B79CA8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フェーズ6｜担当Issueを参照して進める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85D75-9671-486F-8AC4-C8651B64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Issueの「進め方（フェーズ3〜6）」には、担当ゲーム用のプロンプトが用意されています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571D9-15C5-4F55-9186-2D6A12E6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248C4-4698-4429-A1C5-3F4870E0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4BB98-B01C-4203-90B0-0980113E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92189-3E76-4304-870B-FE9161AB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D5D2D-2534-4B9C-B0B3-4198E13E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E2326-AF42-4CCA-B28F-C4AE503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162EC-F323-4BC7-8D83-E07DEE79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8BD28-7B50-47E5-8F61-29D1A5D1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7B158-B4A4-4C53-A866-1C5C4F5C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0070D-BF96-4FE3-9144-7B7965BF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E511C-8436-46DF-8A0D-60612ADD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61845-6F2C-47B4-B18A-F2B5D15B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14F08-B304-4DAC-98DC-D9A983EB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9E773-45FA-4B3C-9CD3-1A8F3F1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7AC33-B497-4940-94A0-C5FD0DE2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「5. Pull Request を提出する」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「必須要件」「完了条件」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A2B98-DD2A-4DEE-92B5-AC77A001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71DB8-ABC9-4086-B9A5-5E1A9E14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提出用プロンプトの&lt;自分のPR番号&gt;を置き換えます。</a:t>
            </a:r>
          </a:p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差分・検証結果・未対応事項を確認し、参加者がDraftを解除します。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ABD51-20BD-446A-8BD7-F0611D53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289EE-1470-4504-BE85-9FAAB875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8571646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A7E6A-340E-4E30-B8CB-CD0B2B6D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76BC7-915D-41A4-AB69-94F5AE8F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フェーズ6｜verifyで提出前の検証を行う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8545E-E62C-473F-8424-FCB13DB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目的：変更範囲・コード・動作・ビルドをまとめて確認する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A908C-E3E7-43F7-8216-91AD3542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B8DAF-817B-4E20-85EB-AC98004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6D4F7-2AB3-44A9-B71B-7DEFC0C7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9C892-2402-4B81-A549-7D7EDCC2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333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A215E-6CF6-436E-A4D0-7524A58D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0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71FED-5C66-4E79-9D79-60B3315B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99A03-F6DE-4A0D-AF30-C4EF2C0B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範囲チェック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29E3A-7477-421C-9730-1F8AD38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EF639-FDDD-40F1-BE5F-5C8BF063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2F64C-2395-4340-8E77-AB2449BA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lint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5A0EE-4B04-464B-A07C-58317D06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B280D-F90E-4D1F-8716-1704BE4C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E912B-06F4-4F77-BD39-01ED48D4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型チェック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2A6EC-E02F-4B77-A8C1-DED6F7BD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ED5BF-F845-4646-B55D-4C344D8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47858-A4F0-4486-9681-0E423581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テスト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83F87-F25B-4F1A-8C5D-B8399E2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69E4C-7BFC-417B-B870-40C704FC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4CFCB-8836-46FF-A01A-73230E5D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ビルド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C96EE-5F02-4A3E-B707-8B7196A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担当範囲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3964A-5F83-410B-99A9-736BA2B3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記述ルール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996E3-E317-46F9-B7FD-0B56E212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型の整合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22AC4C-5F45-4C8B-8B8F-CC0541F0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テスト結果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D79233-849E-453C-8409-E044FCAA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配布用生成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61F5C-3F2B-48EE-9E32-B5219656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425875-D155-4715-AEC7-80534D51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verifyが失敗したらそこで停止し、最初のエラーだけを報告してもらいます</a:t>
            </a:r>
          </a:p>
        </p:txBody>
      </p:sp>
    </p:spTree>
    <p:extLst>
      <p:ext uri="{BB962C8B-B14F-4D97-AF65-F5344CB8AC3E}">
        <p14:creationId xmlns:p14="http://schemas.microsoft.com/office/powerpoint/2010/main" val="52668954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68ED3-2DD5-4B47-A639-40099947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4FF2C-E0BA-4F2E-97C7-53C75EAB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フェーズ6｜実際の変更に基づいてPRを更新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44464-49BB-4918-A57A-16EF4B31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A：verify成功後、手順書の順序でコミット・push・本文更新を依頼します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5427A-525C-4909-B751-3A42EBF2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53E16-BAE9-4858-B213-684C0953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76413-4A40-4AEA-BDBE-7794AD82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39AB7-5555-4C58-83BD-C4471829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61F44-1592-4DDE-882A-1B51F8BC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変更を送信する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AA29E-672B-46B4-8095-EB2C6114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担当フォルダだけをgit add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ゲーム実装のコミットを作成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pushを確認・承認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61B4E-3471-4605-A363-9ABC76D3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750CC-F90B-4C4A-9547-C07782D0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本文を更新する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3B3C2-9356-40A0-985E-4FB39CAC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diff origin/main...HEADを確認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PRテンプレートに沿って作成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.pr-body.mdへ保存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pr editの実行を確認・承認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16875-579B-4CE7-89DC-E9FD824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71728-DDC2-47CF-A038-D5BC396C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未達の必須要件があれば「発展課題・未対応事項」に明記。AではDraft解除しない</a:t>
            </a:r>
          </a:p>
        </p:txBody>
      </p:sp>
    </p:spTree>
    <p:extLst>
      <p:ext uri="{BB962C8B-B14F-4D97-AF65-F5344CB8AC3E}">
        <p14:creationId xmlns:p14="http://schemas.microsoft.com/office/powerpoint/2010/main" val="184972154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0E2C7-4D29-4C42-A044-B7C51A6F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80447-247E-4557-A319-0E722DD5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フェーズ6｜提出のプロンプト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08C54-F9B7-4732-BD7C-90E77C88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CF36E-11D0-43D5-BF61-00DE12AF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EBDA7-832E-49D2-AACC-20F56024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43CD7-C26F-4D2C-8325-4B6DAFCE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6DA33-A014-4D34-9DC4-A9606804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42F6D-CA98-48C5-9A83-3FFAA78E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 を提出します。次を順に実行してください。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D67F5-12AF-401D-A4AB-377C704C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npm run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0CBB2-BF79-4FE5-B0EA-C467924F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git add src/games/&lt;ゲームID&gt;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1F5F0-00DE-4309-87AB-952EE61D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3. git commit -m "feat(&lt;ゲームID&gt;): ゲームを実装する"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D265D-C3D0-4672-97E3-FDCA1BD5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814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4. git push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19806-8AA8-4BE7-B5D9-904B6E86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00575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5. .github/PULL_REQUEST_TEMPLATE.md の形式で、Pull Request の本文を .pr-body.md に書く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587D9-312E-4F05-A990-1ADBB79F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387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6. gh pr edit &lt;自分のPR番号&gt; --body-file .pr-body.md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DAA03-8CAF-4D05-B077-DB15363A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388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verify が失敗したら、そこで止めて最初のエラーだけを報告してください。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82CD1-3843-4F72-8813-442B1C66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複数ページで1つのプロンプトです。全ページの本文をまとめて入力してください。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46322-5B18-4F5E-8FD0-BC5E64C7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verify失敗時は停止。push・PR本文更新は承認し、Draft解除はBで参加者が行います。</a:t>
            </a:r>
          </a:p>
        </p:txBody>
      </p:sp>
    </p:spTree>
    <p:extLst>
      <p:ext uri="{BB962C8B-B14F-4D97-AF65-F5344CB8AC3E}">
        <p14:creationId xmlns:p14="http://schemas.microsoft.com/office/powerpoint/2010/main" val="132663277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D61D2-8455-4278-847A-15FA14DF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AAE62-882B-45A3-A38B-3CEC4220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フェーズ6｜提出のプロンプト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C4522-A3C9-4B66-930E-13B1A8FA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D939E-0FD9-4BF1-A024-62942365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1877C-24DB-44D8-8B8E-3DC2D1A6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556CB-6CE1-4CB4-BB2C-519A26B2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676EC-AE0E-4C27-9992-B60A006C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A813A-B73A-4B65-B6D2-B0890541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本文は git diff origin/main...HEAD を確認し、実際の変更内容にもとづいて書いてください。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91F56-FF18-44AA-BB88-534ED674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満たせていない必須要件があれば、「発展課題・未対応事項」に明記してください。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E8C89-7024-4992-90E1-0264C206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は実行しないでください。ターミナルBで実行します。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6BC0D-9FFE-48B4-80C6-BC34C920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複数ページで1つのプロンプトです。全ページの本文をまとめて入力してください。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0ED8A-C215-415C-A3B1-D3C677AE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verify失敗時は停止。push・PR本文更新は承認し、Draft解除はBで参加者が行います。</a:t>
            </a:r>
          </a:p>
        </p:txBody>
      </p:sp>
    </p:spTree>
    <p:extLst>
      <p:ext uri="{BB962C8B-B14F-4D97-AF65-F5344CB8AC3E}">
        <p14:creationId xmlns:p14="http://schemas.microsoft.com/office/powerpoint/2010/main" val="86253358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FB0C8-DA27-4BE4-B958-F244B6B0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AF61A-001D-4F6A-A852-BD3F2B89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フェーズ6｜参加者がDraftを解除して提出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DF443-204E-4D9D-971C-7624A26E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B：提出を判断し、Draftを解除してからCIを確認します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CFB5A-4889-43B1-A363-3C1C6C9B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CECE-BBEE-4B0D-870D-58FC62A2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046BF-2741-4240-BBBD-1C556211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A12DD-3ED2-41FD-9078-F84C3277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3335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64637-1BF4-4DDD-A406-2D488386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3049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&lt;自分のPR番号&gt;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checks &lt;自分のPR番号&gt; --watch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7FE0C-269B-46AA-AE1B-FF1CFE85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3F2F8-A54A-49DD-A84C-085AA3F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5767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完了条件：npm run verifyが成功している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B5533-9D6E-4FD7-B1BF-4921A50F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79C14-22E2-4EBF-A463-1E486516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86350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完了条件：Draftを解除し、CIのverifyが成功している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A4022-9B97-4238-8A15-E9DD2EC5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150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4E065-AACA-4B59-B4C3-0C1B49B7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1502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完了条件：講師へPR番号を伝えた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97559-60D9-4C52-93B0-0249D79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043D5-7922-4CA6-80AD-C85A5D17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ローカルの検証結果と、GitHub上のCI結果の両方を確認します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76381023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88390-0B9A-4A40-8FA9-E2F9A28C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0561B-58D4-43BF-8B7E-75F7DCD9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フェーズ7｜講師がマージし、公開する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6B6F6-EC96-4873-A697-4A84E434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目的：各ゲームの変更をmainへ統合し、公開先で結果を確認する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47C47-6667-49A6-B302-6032A682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42AD4-A8BD-47B7-902A-DABCC56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手順書：フェーズ7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38245-9EE5-4D34-908A-720DA625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39FB1-105D-4BE4-9A88-C7B1E77D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1F842-0329-4DE9-A9A4-9ACE5507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参加者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624E4-B18C-4E66-B32A-F0492EE8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BでPRのCIを確認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verify失敗時は原因を修正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マージは実行しない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BAA60-BDCD-4B88-B01A-A64EF6FC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4EF0C-3B15-42DA-95C9-E89F361C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講師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FC3C4-2F23-4C9D-A690-E824C9F1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9件のPRを順にmainへマージ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マージごとに自動デプロイ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GitHub PagesのURLを投影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F560B-3E82-4653-8A7B-D5B09FFA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FF53C-2C91-4872-8127-F62B944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gh pr checks &lt;自分のPR番号&gt; で確認。verify失敗中のPRはマージできません</a:t>
            </a:r>
          </a:p>
        </p:txBody>
      </p:sp>
    </p:spTree>
    <p:extLst>
      <p:ext uri="{BB962C8B-B14F-4D97-AF65-F5344CB8AC3E}">
        <p14:creationId xmlns:p14="http://schemas.microsoft.com/office/powerpoint/2010/main" val="37477034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31E94-079B-46DA-8EA2-F7D6621F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2BA5F-3998-4CA6-B4D5-DFCC5B26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フェーズ7｜マージ後にmainへ同期する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5E2AA-030D-4FFA-9D26-CAB8B4BB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5B49D-0786-427C-B0E4-C73A109C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69A44-4E09-496A-BD6E-E7E130BD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手順書：フェーズ7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59AD5-B944-45AF-8649-1587E4A6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EB02B-546B-473A-AE48-93D5B1FF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38085-23F1-47CD-BD2A-84037B54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私の Pull Request はマージされました。次の3つを順に実行してください。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6C806-51A2-4036-B165-79DD385E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git switch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82854-EE0B-4209-83E2-3F0FBCB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git pull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9E68C-4B92-40D8-BAEB-97B9E954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3. git log --oneline -5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08ABB-6229-4154-B38D-3186F069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実行後、私のゲーム（src/games/&lt;ゲームID&gt;）のファイルが main に反映されていることを確認し、結果を1行で報告してください。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3F384-D6E3-48D5-9F86-B3D551B5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006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新しいブランチは作らないでください。ファイルも変更しないでください。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EED40-AB3A-4B09-94E3-0D80CECB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担当PRのマージを確認してから入力してください。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6422139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9E096-A750-4535-85D1-B9F20E27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A87A9-C590-45DC-8ACE-3CF9B665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フェーズ7｜mainへ同期し、公開を確認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F4F72-9164-48CD-BE00-1FEFDB4B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PRがマージされたあと、Aへmainへの同期を依頼します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50EA1-76C7-4C63-932B-74A90726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FFC34-49BD-4659-86C7-CDA000F8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手順書：フェーズ7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15A5A-B29E-42EF-98FA-B3AF6E65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0F6A6-A358-40A9-92E7-0D22FA63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E9B54-5704-48E8-A80D-53D1B40D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A：同期を依頼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8A9FA-0543-4314-B0C1-72A4106A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main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pull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log --oneline -5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担当ゲームのmainへの反映を確認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D2328-0E41-43B4-A951-8EA03AEC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D89F7-FDB1-4A11-8B5E-1E42D9FF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B：参加者が確認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03FF0-C61C-40D5-AFAC-0A484056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公開URLで担当ゲームを開始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手元のブラウザもF5で再読み込み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確認後にCtrl + Cで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開発サーバーを停止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6A9EA-D5AA-45FD-B40C-9091E1D4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40AF4-AF98-4E48-805F-ACC9ABC7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完了条件：PRマージ済み・main反映済み・公開先で開始可能・サーバー停止</a:t>
            </a:r>
          </a:p>
        </p:txBody>
      </p:sp>
    </p:spTree>
    <p:extLst>
      <p:ext uri="{BB962C8B-B14F-4D97-AF65-F5344CB8AC3E}">
        <p14:creationId xmlns:p14="http://schemas.microsoft.com/office/powerpoint/2010/main" val="201202037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78D30-0644-42B4-9FFC-B4D5DDD0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DA3D1-6E93-498E-BA1E-8A1719A0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研修で身につける共同開発の進め方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1EE1C-C651-45FD-B7B1-A8250C86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自分の担当ゲームを例に、次の3点を説明してみましょう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547DA-740A-43F0-B3C8-4CEED50A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9FEBC-E303-4A4E-BC8C-646148F9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B23B1-7D31-4F53-A5BF-F01D47BA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62372-C27B-4682-9A11-9DD0A13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CCF4C-48DB-4108-AEDD-240C76F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仕様を確認する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E6BB2-C8F0-4824-8108-D5583C11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何を実装し、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何を対象外にしましたか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Issueと計画の対応を説明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6D401-BB5F-4685-ABAC-0BE98585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67C78-A163-4A53-988D-18CAA01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実装を確かめる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6963B-22F9-4A0C-B240-8C5C4C0B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AIの変更を、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どの操作で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確認しましたか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テストと試遊の役割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AD57D-5C37-4A88-BF9B-79D41576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06314-7689-4795-BA69-45BBA1AE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変更を共有する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C2AFC-15BF-4A12-B449-C1086F95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担当の変更は、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どの工程で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公開されましたか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PR・CI・マージの関係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897BE-1008-485D-B320-AA29920A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6CC3F-D1E2-4592-B3FD-A9891A21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実務でも、実装範囲を決め、計画と動作を確認してから変更を提出する</a:t>
            </a:r>
          </a:p>
        </p:txBody>
      </p:sp>
    </p:spTree>
    <p:extLst>
      <p:ext uri="{BB962C8B-B14F-4D97-AF65-F5344CB8AC3E}">
        <p14:creationId xmlns:p14="http://schemas.microsoft.com/office/powerpoint/2010/main" val="695011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2026-09-06T14:55:26.5350000Z</dcterms:created>
  <dcterms:modified xsi:type="dcterms:W3CDTF">2026-09-06T14:55:26.5350000Z</dcterms:modified>
</coreProperties>
</file>