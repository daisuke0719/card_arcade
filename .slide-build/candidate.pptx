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4a574537c44a7c" /><Relationship Type="http://schemas.openxmlformats.org/officeDocument/2006/relationships/extended-properties" Target="/docProps/app.xml" Id="Rac6c5ab1f033483f" /><Relationship Type="http://schemas.openxmlformats.org/officeDocument/2006/relationships/officeDocument" Target="/ppt/presentation.xml" Id="Re0572ac7a72b44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947eba28824a9e"/>
  </p:sldMasterIdLst>
  <p:notesMasterIdLst>
    <p:notesMasterId xmlns:r="http://schemas.openxmlformats.org/officeDocument/2006/relationships" r:id="R5742fa9702b042c6"/>
  </p:notesMasterIdLst>
  <p:sldIdLst>
    <p:sldId xmlns:r="http://schemas.openxmlformats.org/officeDocument/2006/relationships" id="256" r:id="R4451b11d1a614035"/>
    <p:sldId xmlns:r="http://schemas.openxmlformats.org/officeDocument/2006/relationships" id="257" r:id="Rab5f035c6f324138"/>
    <p:sldId xmlns:r="http://schemas.openxmlformats.org/officeDocument/2006/relationships" id="258" r:id="R02729fd04dd34197"/>
    <p:sldId xmlns:r="http://schemas.openxmlformats.org/officeDocument/2006/relationships" id="259" r:id="Rd1b89bf68e3c421b"/>
    <p:sldId xmlns:r="http://schemas.openxmlformats.org/officeDocument/2006/relationships" id="260" r:id="Rc33bc77128e845ae"/>
    <p:sldId xmlns:r="http://schemas.openxmlformats.org/officeDocument/2006/relationships" id="261" r:id="R01049ce312244d93"/>
    <p:sldId xmlns:r="http://schemas.openxmlformats.org/officeDocument/2006/relationships" id="262" r:id="R0bca7198f0064524"/>
    <p:sldId xmlns:r="http://schemas.openxmlformats.org/officeDocument/2006/relationships" id="263" r:id="R9acc5961ab0f4216"/>
    <p:sldId xmlns:r="http://schemas.openxmlformats.org/officeDocument/2006/relationships" id="264" r:id="R2ee922aa57354e01"/>
    <p:sldId xmlns:r="http://schemas.openxmlformats.org/officeDocument/2006/relationships" id="265" r:id="Rae8a4a1e93224661"/>
    <p:sldId xmlns:r="http://schemas.openxmlformats.org/officeDocument/2006/relationships" id="266" r:id="R8700c34b3578495b"/>
    <p:sldId xmlns:r="http://schemas.openxmlformats.org/officeDocument/2006/relationships" id="267" r:id="Re8f1a30c649b45bf"/>
    <p:sldId xmlns:r="http://schemas.openxmlformats.org/officeDocument/2006/relationships" id="268" r:id="R02972bdd4f3f427c"/>
    <p:sldId xmlns:r="http://schemas.openxmlformats.org/officeDocument/2006/relationships" id="269" r:id="R3e24e461355d4cac"/>
    <p:sldId xmlns:r="http://schemas.openxmlformats.org/officeDocument/2006/relationships" id="270" r:id="R42f0c644dc7f4139"/>
    <p:sldId xmlns:r="http://schemas.openxmlformats.org/officeDocument/2006/relationships" id="271" r:id="Ra51d54d4aa994ab4"/>
    <p:sldId xmlns:r="http://schemas.openxmlformats.org/officeDocument/2006/relationships" id="272" r:id="Ra8cd4a449ef0457a"/>
    <p:sldId xmlns:r="http://schemas.openxmlformats.org/officeDocument/2006/relationships" id="273" r:id="R02268fd3c2a146f0"/>
    <p:sldId xmlns:r="http://schemas.openxmlformats.org/officeDocument/2006/relationships" id="274" r:id="R6eab08b113634385"/>
    <p:sldId xmlns:r="http://schemas.openxmlformats.org/officeDocument/2006/relationships" id="275" r:id="Rec4e1dc7b0c0426f"/>
    <p:sldId xmlns:r="http://schemas.openxmlformats.org/officeDocument/2006/relationships" id="276" r:id="R568e5f8060144df4"/>
    <p:sldId xmlns:r="http://schemas.openxmlformats.org/officeDocument/2006/relationships" id="277" r:id="R897878172fd14057"/>
    <p:sldId xmlns:r="http://schemas.openxmlformats.org/officeDocument/2006/relationships" id="278" r:id="R530bfe0d252d42a0"/>
    <p:sldId xmlns:r="http://schemas.openxmlformats.org/officeDocument/2006/relationships" id="279" r:id="Rb8c84f7eadf24f24"/>
    <p:sldId xmlns:r="http://schemas.openxmlformats.org/officeDocument/2006/relationships" id="280" r:id="R9a6a669269bc4be3"/>
    <p:sldId xmlns:r="http://schemas.openxmlformats.org/officeDocument/2006/relationships" id="281" r:id="R97ccb74d7bfe4df5"/>
    <p:sldId xmlns:r="http://schemas.openxmlformats.org/officeDocument/2006/relationships" id="282" r:id="Rc209e3e9bc62446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f9a2ec0a2d4b0c" /><Relationship Type="http://schemas.openxmlformats.org/officeDocument/2006/relationships/slideMaster" Target="/ppt/slideMasters/slideMaster1.xml" Id="R02947eba28824a9e" /><Relationship Type="http://schemas.openxmlformats.org/officeDocument/2006/relationships/notesMaster" Target="/ppt/notesMasters/notesMaster1.xml" Id="R5742fa9702b042c6" /><Relationship Type="http://schemas.openxmlformats.org/officeDocument/2006/relationships/presProps" Target="/ppt/presProps.xml" Id="R2546201d86a0473d" /><Relationship Type="http://schemas.openxmlformats.org/officeDocument/2006/relationships/tableStyles" Target="/ppt/tableStyles.xml" Id="Rb55d65f7e17a48e2" /><Relationship Type="http://schemas.openxmlformats.org/officeDocument/2006/relationships/slide" Target="/ppt/slides/slide1.xml" Id="R4451b11d1a614035" /><Relationship Type="http://schemas.openxmlformats.org/officeDocument/2006/relationships/slide" Target="/ppt/slides/slide2.xml" Id="Rab5f035c6f324138" /><Relationship Type="http://schemas.openxmlformats.org/officeDocument/2006/relationships/slide" Target="/ppt/slides/slide3.xml" Id="R02729fd04dd34197" /><Relationship Type="http://schemas.openxmlformats.org/officeDocument/2006/relationships/slide" Target="/ppt/slides/slide4.xml" Id="Rd1b89bf68e3c421b" /><Relationship Type="http://schemas.openxmlformats.org/officeDocument/2006/relationships/slide" Target="/ppt/slides/slide5.xml" Id="Rc33bc77128e845ae" /><Relationship Type="http://schemas.openxmlformats.org/officeDocument/2006/relationships/slide" Target="/ppt/slides/slide6.xml" Id="R01049ce312244d93" /><Relationship Type="http://schemas.openxmlformats.org/officeDocument/2006/relationships/slide" Target="/ppt/slides/slide7.xml" Id="R0bca7198f0064524" /><Relationship Type="http://schemas.openxmlformats.org/officeDocument/2006/relationships/slide" Target="/ppt/slides/slide8.xml" Id="R9acc5961ab0f4216" /><Relationship Type="http://schemas.openxmlformats.org/officeDocument/2006/relationships/slide" Target="/ppt/slides/slide9.xml" Id="R2ee922aa57354e01" /><Relationship Type="http://schemas.openxmlformats.org/officeDocument/2006/relationships/slide" Target="/ppt/slides/slide10.xml" Id="Rae8a4a1e93224661" /><Relationship Type="http://schemas.openxmlformats.org/officeDocument/2006/relationships/slide" Target="/ppt/slides/slide11.xml" Id="R8700c34b3578495b" /><Relationship Type="http://schemas.openxmlformats.org/officeDocument/2006/relationships/slide" Target="/ppt/slides/slide12.xml" Id="Re8f1a30c649b45bf" /><Relationship Type="http://schemas.openxmlformats.org/officeDocument/2006/relationships/slide" Target="/ppt/slides/slide13.xml" Id="R02972bdd4f3f427c" /><Relationship Type="http://schemas.openxmlformats.org/officeDocument/2006/relationships/slide" Target="/ppt/slides/slide14.xml" Id="R3e24e461355d4cac" /><Relationship Type="http://schemas.openxmlformats.org/officeDocument/2006/relationships/slide" Target="/ppt/slides/slide15.xml" Id="R42f0c644dc7f4139" /><Relationship Type="http://schemas.openxmlformats.org/officeDocument/2006/relationships/slide" Target="/ppt/slides/slide16.xml" Id="Ra51d54d4aa994ab4" /><Relationship Type="http://schemas.openxmlformats.org/officeDocument/2006/relationships/slide" Target="/ppt/slides/slide17.xml" Id="Ra8cd4a449ef0457a" /><Relationship Type="http://schemas.openxmlformats.org/officeDocument/2006/relationships/slide" Target="/ppt/slides/slide18.xml" Id="R02268fd3c2a146f0" /><Relationship Type="http://schemas.openxmlformats.org/officeDocument/2006/relationships/slide" Target="/ppt/slides/slide19.xml" Id="R6eab08b113634385" /><Relationship Type="http://schemas.openxmlformats.org/officeDocument/2006/relationships/slide" Target="/ppt/slides/slide20.xml" Id="Rec4e1dc7b0c0426f" /><Relationship Type="http://schemas.openxmlformats.org/officeDocument/2006/relationships/slide" Target="/ppt/slides/slide21.xml" Id="R568e5f8060144df4" /><Relationship Type="http://schemas.openxmlformats.org/officeDocument/2006/relationships/slide" Target="/ppt/slides/slide22.xml" Id="R897878172fd14057" /><Relationship Type="http://schemas.openxmlformats.org/officeDocument/2006/relationships/slide" Target="/ppt/slides/slide23.xml" Id="R530bfe0d252d42a0" /><Relationship Type="http://schemas.openxmlformats.org/officeDocument/2006/relationships/slide" Target="/ppt/slides/slide24.xml" Id="Rb8c84f7eadf24f24" /><Relationship Type="http://schemas.openxmlformats.org/officeDocument/2006/relationships/slide" Target="/ppt/slides/slide25.xml" Id="R9a6a669269bc4be3" /><Relationship Type="http://schemas.openxmlformats.org/officeDocument/2006/relationships/slide" Target="/ppt/slides/slide26.xml" Id="R97ccb74d7bfe4df5" /><Relationship Type="http://schemas.openxmlformats.org/officeDocument/2006/relationships/slide" Target="/ppt/slides/slide27.xml" Id="Rc209e3e9bc6244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83b9e068494b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b9dcf4a3224e51" /><Relationship Type="http://schemas.openxmlformats.org/officeDocument/2006/relationships/notesMaster" Target="/ppt/notesMasters/notesMaster1.xml" Id="Rf9ef4cbedfa649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541c6ddc0d4499" /><Relationship Type="http://schemas.openxmlformats.org/officeDocument/2006/relationships/notesMaster" Target="/ppt/notesMasters/notesMaster1.xml" Id="R124ef71197fb48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708a147faa4c1d" /><Relationship Type="http://schemas.openxmlformats.org/officeDocument/2006/relationships/notesMaster" Target="/ppt/notesMasters/notesMaster1.xml" Id="Re96003bc70ef4a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3e571cbb2a48fc" /><Relationship Type="http://schemas.openxmlformats.org/officeDocument/2006/relationships/notesMaster" Target="/ppt/notesMasters/notesMaster1.xml" Id="R520f8de1bfb343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71c0fc405743b2" /><Relationship Type="http://schemas.openxmlformats.org/officeDocument/2006/relationships/notesMaster" Target="/ppt/notesMasters/notesMaster1.xml" Id="Ra2560acd11b74a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231e5905574a8f" /><Relationship Type="http://schemas.openxmlformats.org/officeDocument/2006/relationships/notesMaster" Target="/ppt/notesMasters/notesMaster1.xml" Id="Rcfb6e0218bfe47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6983ca3fee43d6" /><Relationship Type="http://schemas.openxmlformats.org/officeDocument/2006/relationships/notesMaster" Target="/ppt/notesMasters/notesMaster1.xml" Id="R7a93ca4ca64d46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b4a23e5d0146a4" /><Relationship Type="http://schemas.openxmlformats.org/officeDocument/2006/relationships/notesMaster" Target="/ppt/notesMasters/notesMaster1.xml" Id="R1bb63fed0fc64f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59eb0af0b840e8" /><Relationship Type="http://schemas.openxmlformats.org/officeDocument/2006/relationships/notesMaster" Target="/ppt/notesMasters/notesMaster1.xml" Id="Rb8661f7e7de44f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c7ba078cb54894" /><Relationship Type="http://schemas.openxmlformats.org/officeDocument/2006/relationships/notesMaster" Target="/ppt/notesMasters/notesMaster1.xml" Id="R376935506d144f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bb2a72c23748bd" /><Relationship Type="http://schemas.openxmlformats.org/officeDocument/2006/relationships/notesMaster" Target="/ppt/notesMasters/notesMaster1.xml" Id="Raa266c76563443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765dd425fa4d8d" /><Relationship Type="http://schemas.openxmlformats.org/officeDocument/2006/relationships/notesMaster" Target="/ppt/notesMasters/notesMaster1.xml" Id="R3ed2551cb45c48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081e87158b47a0" /><Relationship Type="http://schemas.openxmlformats.org/officeDocument/2006/relationships/notesMaster" Target="/ppt/notesMasters/notesMaster1.xml" Id="Rb549cfe3512047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127a4b606b45ec" /><Relationship Type="http://schemas.openxmlformats.org/officeDocument/2006/relationships/notesMaster" Target="/ppt/notesMasters/notesMaster1.xml" Id="R3ba2fb8caf934f8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23af3b1b4a40e9" /><Relationship Type="http://schemas.openxmlformats.org/officeDocument/2006/relationships/notesMaster" Target="/ppt/notesMasters/notesMaster1.xml" Id="R7a019c2456d8408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147eec662be4183" /><Relationship Type="http://schemas.openxmlformats.org/officeDocument/2006/relationships/notesMaster" Target="/ppt/notesMasters/notesMaster1.xml" Id="R5589592b8b314a7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5e5e28bb3084ce8" /><Relationship Type="http://schemas.openxmlformats.org/officeDocument/2006/relationships/notesMaster" Target="/ppt/notesMasters/notesMaster1.xml" Id="R8fafe5c64add415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47764b4a7dc4702" /><Relationship Type="http://schemas.openxmlformats.org/officeDocument/2006/relationships/notesMaster" Target="/ppt/notesMasters/notesMaster1.xml" Id="R4816f28fac3e4aa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997ae434c8c4214" /><Relationship Type="http://schemas.openxmlformats.org/officeDocument/2006/relationships/notesMaster" Target="/ppt/notesMasters/notesMaster1.xml" Id="R77d6dbb0238b409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f7a5baf23224931" /><Relationship Type="http://schemas.openxmlformats.org/officeDocument/2006/relationships/notesMaster" Target="/ppt/notesMasters/notesMaster1.xml" Id="R4d3c2ce27f7947b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3372c3db59e47e7" /><Relationship Type="http://schemas.openxmlformats.org/officeDocument/2006/relationships/notesMaster" Target="/ppt/notesMasters/notesMaster1.xml" Id="Re418abfd9b0b47a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2beae0b19534adb" /><Relationship Type="http://schemas.openxmlformats.org/officeDocument/2006/relationships/notesMaster" Target="/ppt/notesMasters/notesMaster1.xml" Id="R3cf345f11020443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fd059aace874299" /><Relationship Type="http://schemas.openxmlformats.org/officeDocument/2006/relationships/notesMaster" Target="/ppt/notesMasters/notesMaster1.xml" Id="R7ff607f5d5d94e7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5a7547e90a841bc" /><Relationship Type="http://schemas.openxmlformats.org/officeDocument/2006/relationships/notesMaster" Target="/ppt/notesMasters/notesMaster1.xml" Id="R51d06aafc77643f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26625dd69194912" /><Relationship Type="http://schemas.openxmlformats.org/officeDocument/2006/relationships/notesMaster" Target="/ppt/notesMasters/notesMaster1.xml" Id="R71ddcebdc6f44a7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da5b80eee1c43b5" /><Relationship Type="http://schemas.openxmlformats.org/officeDocument/2006/relationships/notesMaster" Target="/ppt/notesMasters/notesMaster1.xml" Id="Racf4bfb1bc7c4a5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aff120970a14d2b" /><Relationship Type="http://schemas.openxmlformats.org/officeDocument/2006/relationships/notesMaster" Target="/ppt/notesMasters/notesMaster1.xml" Id="R5124d5c145274d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a1866d495d45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6064fb03ba4585" /><Relationship Type="http://schemas.openxmlformats.org/officeDocument/2006/relationships/slideLayout" Target="/ppt/slideLayouts/slideLayout1.xml" Id="R881337844a2e4e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1337844a2e4e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e229625ef4e00" /><Relationship Type="http://schemas.openxmlformats.org/officeDocument/2006/relationships/notesSlide" Target="/ppt/notesSlides/notesSlide1.xml" Id="R5441718cd90e40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c2c8fc6c544af" /><Relationship Type="http://schemas.openxmlformats.org/officeDocument/2006/relationships/notesSlide" Target="/ppt/notesSlides/notesSlide2.xml" Id="R60546a7bfb4349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1e89acb52436b" /><Relationship Type="http://schemas.openxmlformats.org/officeDocument/2006/relationships/notesSlide" Target="/ppt/notesSlides/notesSlide3.xml" Id="Rba57f54c481c43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417aa88f84dd3" /><Relationship Type="http://schemas.openxmlformats.org/officeDocument/2006/relationships/notesSlide" Target="/ppt/notesSlides/notesSlide4.xml" Id="R5c641be8f5264e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7316f8c57471a" /><Relationship Type="http://schemas.openxmlformats.org/officeDocument/2006/relationships/notesSlide" Target="/ppt/notesSlides/notesSlide5.xml" Id="R60a7bfd8384c42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ace719eaf496e" /><Relationship Type="http://schemas.openxmlformats.org/officeDocument/2006/relationships/notesSlide" Target="/ppt/notesSlides/notesSlide6.xml" Id="R440fefaae50a46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6cd3109f14d6c" /><Relationship Type="http://schemas.openxmlformats.org/officeDocument/2006/relationships/notesSlide" Target="/ppt/notesSlides/notesSlide7.xml" Id="R04ec74609c004b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67ae1085d4ab8" /><Relationship Type="http://schemas.openxmlformats.org/officeDocument/2006/relationships/notesSlide" Target="/ppt/notesSlides/notesSlide8.xml" Id="R6bb3465a0d5341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b8d0c15e64c1e" /><Relationship Type="http://schemas.openxmlformats.org/officeDocument/2006/relationships/notesSlide" Target="/ppt/notesSlides/notesSlide9.xml" Id="R48152dd6a3ab44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51178142d45da" /><Relationship Type="http://schemas.openxmlformats.org/officeDocument/2006/relationships/notesSlide" Target="/ppt/notesSlides/notesSlide10.xml" Id="Re51ac250dc2145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3f8f16ab74088" /><Relationship Type="http://schemas.openxmlformats.org/officeDocument/2006/relationships/notesSlide" Target="/ppt/notesSlides/notesSlide11.xml" Id="R894f6f60068a4a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a48454d464cb0" /><Relationship Type="http://schemas.openxmlformats.org/officeDocument/2006/relationships/notesSlide" Target="/ppt/notesSlides/notesSlide12.xml" Id="R1df689060f714b5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c924554fb4e30" /><Relationship Type="http://schemas.openxmlformats.org/officeDocument/2006/relationships/notesSlide" Target="/ppt/notesSlides/notesSlide13.xml" Id="R36887208e94f4a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d233762414e4a" /><Relationship Type="http://schemas.openxmlformats.org/officeDocument/2006/relationships/notesSlide" Target="/ppt/notesSlides/notesSlide14.xml" Id="R48033f75ba2d4e2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b98b17a3f4b93" /><Relationship Type="http://schemas.openxmlformats.org/officeDocument/2006/relationships/notesSlide" Target="/ppt/notesSlides/notesSlide15.xml" Id="Rb582dc6484ef4ff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4e2b05ba44983" /><Relationship Type="http://schemas.openxmlformats.org/officeDocument/2006/relationships/notesSlide" Target="/ppt/notesSlides/notesSlide16.xml" Id="R93be782f5ade48a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e808e37df4f64" /><Relationship Type="http://schemas.openxmlformats.org/officeDocument/2006/relationships/notesSlide" Target="/ppt/notesSlides/notesSlide17.xml" Id="Racb2e2abaf6149d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d900ad4f2431c" /><Relationship Type="http://schemas.openxmlformats.org/officeDocument/2006/relationships/notesSlide" Target="/ppt/notesSlides/notesSlide18.xml" Id="R814df5ce5345459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44806ef264181" /><Relationship Type="http://schemas.openxmlformats.org/officeDocument/2006/relationships/notesSlide" Target="/ppt/notesSlides/notesSlide19.xml" Id="Re7a2bb2959e342c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06494f4864c29" /><Relationship Type="http://schemas.openxmlformats.org/officeDocument/2006/relationships/notesSlide" Target="/ppt/notesSlides/notesSlide20.xml" Id="R4bd68b594dbd480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bfd4c47ed4545" /><Relationship Type="http://schemas.openxmlformats.org/officeDocument/2006/relationships/notesSlide" Target="/ppt/notesSlides/notesSlide21.xml" Id="R7c2c8e367b0f48c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0cb68e44449c1" /><Relationship Type="http://schemas.openxmlformats.org/officeDocument/2006/relationships/notesSlide" Target="/ppt/notesSlides/notesSlide22.xml" Id="Reade3ae349ab4b0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dbeeccad241fe" /><Relationship Type="http://schemas.openxmlformats.org/officeDocument/2006/relationships/notesSlide" Target="/ppt/notesSlides/notesSlide23.xml" Id="R03886581daa941e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2c3941b9642a5" /><Relationship Type="http://schemas.openxmlformats.org/officeDocument/2006/relationships/notesSlide" Target="/ppt/notesSlides/notesSlide24.xml" Id="R9aaca56e5113455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2789cd0364d17" /><Relationship Type="http://schemas.openxmlformats.org/officeDocument/2006/relationships/notesSlide" Target="/ppt/notesSlides/notesSlide25.xml" Id="R8ae4630ccd87416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4a14e7e084d2a" /><Relationship Type="http://schemas.openxmlformats.org/officeDocument/2006/relationships/notesSlide" Target="/ppt/notesSlides/notesSlide26.xml" Id="R83455772820e46a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da40a5960488e" /><Relationship Type="http://schemas.openxmlformats.org/officeDocument/2006/relationships/notesSlide" Target="/ppt/notesSlides/notesSlide27.xml" Id="Re4c927a433874b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73A9E-108A-4AC2-8072-D1DCBFBC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85875"/>
            <a:ext cx="952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F1FE4-F902-45AE-A895-CE33AC56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1343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9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Claude Code × 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52AFA-C64D-4C7F-B4F0-D356ADAD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86050"/>
            <a:ext cx="1343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5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共同開発ハンズオン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EF916-1394-44A8-9AE6-6546BBE1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1333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3225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みんなでつくる CARD ARCADE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85E3D-DA43-4FB8-8879-69658545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532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研修用スライド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7231F-9478-463A-968A-05B72556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724775"/>
            <a:ext cx="1343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05487-4ADC-45F5-BE82-9A0B98B6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924800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操作・プロンプトの全文：docs/handson-steps.md</a:t>
            </a:r>
          </a:p>
        </p:txBody>
      </p:sp>
    </p:spTree>
    <p:extLst>
      <p:ext uri="{BB962C8B-B14F-4D97-AF65-F5344CB8AC3E}">
        <p14:creationId xmlns:p14="http://schemas.microsoft.com/office/powerpoint/2010/main" val="622386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B0476A-2937-4A5D-91BD-E4EF91B2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4F655-2A8B-4227-9704-D05BD2DD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研修の到達目標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FF9EF-6EFC-456E-AE2F-97AB42DC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1人1ゲームを担当し、調査から公開確認までの流れを経験します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DD4BC-0DF3-49A0-84FC-715572E2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47B5E-4E1F-41DE-81A5-53483D17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E146C-2577-434B-89D6-D0BF9A9A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4BD3B-B2B1-4D70-BD31-ED794925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754E2-1FF4-4E16-89A5-C7F4F47E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仕様を確認する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A302B-32FA-4786-B836-FC4C54D6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3987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Issueの必須要件を読み、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実装する範囲を決める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A6574-A6ED-48A3-8B72-5525C225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9CEA7-DD5F-47D9-A38F-34E7E36C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AIと実装を進める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4E003-97D5-43A7-80B3-1F6EF3EA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3667125"/>
            <a:ext cx="3987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計画を確認してから実装し、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動作とテスト結果を確かめる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EFB57-017B-45EF-AE34-380CCEFE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9DE5B2-C6E1-44B9-BF43-7EAD4336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変更を提出する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611B1D-823A-4F86-8323-3DEF1EC1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667125"/>
            <a:ext cx="3987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Pull Requestを提出し、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統合・公開された結果を確認する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554F1-6C5D-4698-864E-CB4F2623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64EAC9-134A-4521-9801-20ED1041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到達の確認：担当ゲームを公開URLで開始できる</a:t>
            </a:r>
          </a:p>
        </p:txBody>
      </p:sp>
    </p:spTree>
    <p:extLst>
      <p:ext uri="{BB962C8B-B14F-4D97-AF65-F5344CB8AC3E}">
        <p14:creationId xmlns:p14="http://schemas.microsoft.com/office/powerpoint/2010/main" val="16267045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A33BF0-C7FD-4A74-884A-CD151A48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775D7-279D-4D84-9831-6AA6A7E1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9人の成果を、1つのアーケードへ統合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ED559-8C71-44DA-8ADE-9518C343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参加者9名がそれぞれ1ゲームを担当します。チームには分かれません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E6F91-558B-4AF6-873D-A0BCAFDB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1C06F-2689-442F-9979-A9A04DA4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DACA7-B5F1-4685-A8A0-42278FA3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54ED7-2CAA-4DEF-BC8C-8736750D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1F0EA-7E3D-4C2B-8180-79CBE45E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担当1  ババ抜き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7A4AF-6294-427C-869D-44C26D52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670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CB94C-2F09-46FE-887E-254188C3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669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E8C696-B133-48CA-AB48-4111726F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812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担当2  大富豪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5C26B-BEA0-42C1-9364-7CA43376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670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294675-C6CD-470C-ACED-2EDF4DF9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669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BD90C-4D27-45DE-B9A8-A7B63CEE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担当3  神経衰弱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B07CC-0EF8-416B-9292-095D971F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670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85ACC-53F9-43C8-8CA4-8ABE1929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2544F5-9401-42EE-B0DF-D7E10B27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担当4  ポーカー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5D4067-DAA7-4163-9B1B-703ABF89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8147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54119C-9DBE-4B8E-A6DA-8C9E5403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8140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7D52C8-CD1D-405F-B7BE-856547B8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957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担当5  ぶたのしっぽ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89506A-E328-40A3-BCD4-C5582FB3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8147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10A09C-F555-40FC-B109-19E382C2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8140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ABF5FB-933B-48AA-952A-E6452B9F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957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担当6  スピード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22A80E-3E9B-4E61-89EF-EF142EF1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8147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A1BA26-BEFC-40C4-A3AA-C3A1FDFF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4072DE-E2FF-4C53-94F8-A14E893D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担当7  七並べ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326EB5-8857-401A-9BC0-D13943D3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959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66FE11-1989-4AFD-B1D1-EC6CE8E0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958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7B2E5D-ACCD-44D7-90FF-19F45D1E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01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担当8  ダウト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950499-A43B-4BFD-8B2C-9B60F000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959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9322BF-7663-40B5-85C5-E5E9D361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958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44BEB8-CD63-4126-95D6-912039CE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101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担当9  ページワン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E8D377-9F9C-4743-856C-0E066504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959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D7EE1B-BC6B-4466-8DE7-6A4F6C6A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BA78C1-6FC9-449B-8D66-697F20CB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最初は「ハイ＆ロー」を試遊し、完成したゲームの動きを確認します</a:t>
            </a:r>
          </a:p>
        </p:txBody>
      </p:sp>
    </p:spTree>
    <p:extLst>
      <p:ext uri="{BB962C8B-B14F-4D97-AF65-F5344CB8AC3E}">
        <p14:creationId xmlns:p14="http://schemas.microsoft.com/office/powerpoint/2010/main" val="21165033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EE2D70-FD3B-4A25-A862-65888833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DAAE2-2C89-44D4-B28A-8257DBA1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Issue・ブランチ・Pull Requestの関係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0A283-B86E-481D-A5D9-99A0F6A3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同じリポジトリで作業し、担当ごとの変更をmainへ集約します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868BB-C973-488F-87CB-ED94F2A0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2EC6D-EAB2-4BCE-9C24-7209AB9C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AD021-C1E3-4413-A6BE-5825BE00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0186E-165D-4649-94DA-64E3666F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3596F-DD3B-4BB2-906E-9FF5D722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Issue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360E8-933E-4D44-9919-C19125A2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3987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実装する要件を記録する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担当ゲームの仕様を確認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A4D90-9B81-450B-8529-9796F4B9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414A3-C674-45D0-8A0F-4A9E0832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ブランチ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1EF0C-9733-4984-8F96-D3E7C896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3667125"/>
            <a:ext cx="3987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変更を進める作業場所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feature/&lt;ゲームID&gt;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D0BFA-1B1F-49F7-8046-B69F13B0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6F79F4-E348-4F7F-BD3F-5C15925E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Pull Request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7F579E-4382-4922-AB2D-A0E4BCC3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667125"/>
            <a:ext cx="3987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変更を提出する窓口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差分・説明・検証結果を共有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F269EE-C166-435F-BEB3-D6C09D7F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763EF5-9872-4430-A253-11EBCEDC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Commit：変更の記録 → Push：GitHubへ送信 → 講師がmainへマージ</a:t>
            </a:r>
          </a:p>
        </p:txBody>
      </p:sp>
    </p:spTree>
    <p:extLst>
      <p:ext uri="{BB962C8B-B14F-4D97-AF65-F5344CB8AC3E}">
        <p14:creationId xmlns:p14="http://schemas.microsoft.com/office/powerpoint/2010/main" val="2006106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912B09-4091-405B-9B2D-CFE703F4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55C79-CF1B-4847-9DCB-79A257AE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7フェーズで進める共同開発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466F2-2E25-4BE5-942E-35E87BF8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各フェーズの完了条件を確認してから、次へ進みます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D4116-901F-4999-A640-73E4FC4C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72EE0-082E-4971-97B2-0702E51C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197AE-39C1-4A1F-B2E2-42CB1A67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44F8B-AECD-4F4E-87C2-9BE74B36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9AA40-3F0F-4D20-BA53-487C5F38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914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  環境を用意する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23832-F491-446B-B787-4BBCCC61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62250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06C88-1B4B-4172-976B-391CCFF1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914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  担当ルールを読む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FC2CC-6A76-477F-AA57-5311E1E9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E79F5-561F-4740-9D4F-3C5B406B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914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  雛形・Draft PR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696452-19F2-45FD-A7E3-A34BFAFE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762250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12147-46A2-4C58-A391-F051F0FE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2914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  最後まで遊べる実装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BE277-CC3A-427A-BE44-CAFD44CE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810125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1A1E6-5140-48E0-846C-5F8BB530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  検証・不具合修正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01893-F826-4C99-9DFC-FC65E935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10125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ED12BD-DB48-4827-8473-385D10DD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6  PRを提出する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F6F4D3-933E-4AED-86B1-F0E7E1CB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10125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4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4A5159-6D95-4FDB-8FC5-6A4FE7FC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7  マージ・公開確認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28BC4-1551-4B5A-A8A9-414BFA17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8CA5BC-5E6A-4E99-A0E0-45922EA5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講師がフェーズの区切りで全体の進捗を確認します</a:t>
            </a:r>
          </a:p>
        </p:txBody>
      </p:sp>
    </p:spTree>
    <p:extLst>
      <p:ext uri="{BB962C8B-B14F-4D97-AF65-F5344CB8AC3E}">
        <p14:creationId xmlns:p14="http://schemas.microsoft.com/office/powerpoint/2010/main" val="19868016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7801C-CCBE-49C6-B230-B3956225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E40D1-A3D6-4A79-AABC-92B0C160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ターミナルA・Bの役割分担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DE8C1-1470-4D19-8CB3-1D8770FB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PowerShellを2つ開き、AIへの依頼と参加者の操作を分けます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9C997-437C-448E-9312-654CB986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A4E7D-1F2F-4507-A841-3B91600A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57C5B-8869-4A6F-A3BA-B22190F9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857250" y="2266950"/>
          <a:ext xmlns:a="http://schemas.openxmlformats.org/drawingml/2006/main" cx="13525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5286375"/>
                <a:gridCol w="5667375"/>
              </a:tblGrid>
              <a:tr h="1023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役割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A：Claude Code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B：参加者が直接操作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</a:tr>
              <a:tr h="1023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動かしておくもの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Claude Codeのセッション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npm run dev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1023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主な作業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調査・計画・実装・下書き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ブラウザで試遊・npm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23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PRの提出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承認付きでpush・PR作成／編集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gh pr readyでDraft解除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CFEBE-64FC-47EE-AE02-217B9BAE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F4CD5-CB55-4603-BE05-A60F5538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追加のPowerShellもBとして扱います。Claude Codeを起動するのはAだけ</a:t>
            </a:r>
          </a:p>
        </p:txBody>
      </p:sp>
    </p:spTree>
    <p:extLst>
      <p:ext uri="{BB962C8B-B14F-4D97-AF65-F5344CB8AC3E}">
        <p14:creationId xmlns:p14="http://schemas.microsoft.com/office/powerpoint/2010/main" val="4794807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887F6F-261F-44C5-918A-9CEAA71B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71A09-9618-415B-B6A0-25301525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担当ゲームと編集できる範囲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41669-EC47-4F74-9972-D10A9DE1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担当・ゲームID・Issue番号をメモします。相違があればharness/config.jsonを優先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AA76A-4022-49D5-B6B2-8D796B21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67395-E417-4610-B74C-D86F0EA7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389B9-6CF2-4225-A878-1CA31A4E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857250" y="2190750"/>
          <a:ext xmlns:a="http://schemas.openxmlformats.org/drawingml/2006/main" cx="135255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429000"/>
                <a:gridCol w="4191000"/>
                <a:gridCol w="2095500"/>
                <a:gridCol w="2286000"/>
              </a:tblGrid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ゲーム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ゲームID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難易度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担当1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ババ抜き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babanuki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初級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#1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大富豪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daifugo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上級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担当3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神経衰弱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shinkeisuijaku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初級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#2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ポーカー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poker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上級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担当5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ぶたのしっぽ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butanoshippo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初級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#9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スピード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speed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中級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担当7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七並べ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shichinarabe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中級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#4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ダウト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doubt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中級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担当9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ページワン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pageone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中級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#10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BF7BC-62AE-4605-A0BF-921ABAA2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9F541-E0DF-48C1-94F9-9CEB6840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編集できるのは src/games/&lt;ゲームID&gt;/ の中だけ</a:t>
            </a:r>
          </a:p>
        </p:txBody>
      </p:sp>
    </p:spTree>
    <p:extLst>
      <p:ext uri="{BB962C8B-B14F-4D97-AF65-F5344CB8AC3E}">
        <p14:creationId xmlns:p14="http://schemas.microsoft.com/office/powerpoint/2010/main" val="6106400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C51BD1-65CE-4765-A88C-DCC23FBF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86E02-9203-4B3F-A099-2FFB6D1A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フェーズ1｜ツール・認証・クローン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D4433-340D-4105-9DF8-9C47CC98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目的：共有リポジトリへアクセスできる環境を用意する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CA411-B196-4FC3-89EF-90106F34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F1131-2E98-4124-A277-70D8CEBA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D66B4-FA1D-4756-AC71-935941FF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C867E-3770-43C5-B51F-0818788D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EDEA9-5944-4641-AE8C-BEF6CCED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Node.js 22.x・Git・GitHub CLIをインストールし、バージョンを確認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C4860-2CC2-4D86-A862-BC372E6D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3F5FA-E7C9-42A8-B2C1-9CE8D05F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3850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リポジトリへの招待を承諾し、gh auth login でログイン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3457E-3266-4609-ABCE-353A9D0E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DB92F-45AC-4A45-8D2B-30AC5AD7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8625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gh auth status と gh repo view で認証・アクセスを確認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899C5-4C28-4875-9C05-58401073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1FC920-8B0A-4CF8-9F3E-625DCFFE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リポジトリをcloneし、git statusでmain・変更なしを確認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4BBE2-B670-4DF3-B56D-5EB6D4E4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4916B5-0ADC-436F-A1CA-7E393322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参加者が操作：GitHub.com → HTTPS → Login with a web browser</a:t>
            </a:r>
          </a:p>
        </p:txBody>
      </p:sp>
    </p:spTree>
    <p:extLst>
      <p:ext uri="{BB962C8B-B14F-4D97-AF65-F5344CB8AC3E}">
        <p14:creationId xmlns:p14="http://schemas.microsoft.com/office/powerpoint/2010/main" val="18876704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EF7E5-5D35-463D-9207-C1E42F90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7C9D3-FD46-4925-8D4D-CCFF1D52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フェーズ1｜Claude Codeを起動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14FC4-02A7-4080-9B42-159DF959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参加者が操作：クローンしたcard_arcadeフォルダで起動します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4FD6D-BF2C-4609-8475-6387737B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61D14-AAF0-4FED-A5DB-25969D5D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10AD9-08B4-4019-ACA9-CACED448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1DA0B-441C-470F-8FCC-67BFD197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13335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76F1C-6031-4AA1-8F5D-C97B7931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28875"/>
            <a:ext cx="1304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cd [任意のフォルダ]/card_arcade</a:t>
            </a:r>
          </a:p>
          <a:p xmlns:a="http://schemas.openxmlformats.org/drawingml/2006/main">
            <a:pPr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claude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2E2E5-18B6-468E-9018-880D4CFD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D834E-8D8C-4236-AB21-91A8B561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10050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このPowerShellを「ターミナルA」として使う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24C88-9E6C-48A4-AC0B-98252BFB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BAD53-53B5-4428-A45E-36B48A8D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91100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起動時の「今のセッションの前提」を確認する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1CF1E-19EE-4010-89EC-3C0D0F50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721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FD0796-B890-441E-8C8D-0AC801F7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772150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最初は「担当未設定 ⋅ main ⋅ 変更なし」で問題ない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DD198D-C44A-4F53-8886-0B8B52D4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504A34-31B8-460F-A9A7-E3AC9B19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担当情報は、フェーズ3でブランチを作成して起動し直すと反映されます</a:t>
            </a:r>
          </a:p>
        </p:txBody>
      </p:sp>
    </p:spTree>
    <p:extLst>
      <p:ext uri="{BB962C8B-B14F-4D97-AF65-F5344CB8AC3E}">
        <p14:creationId xmlns:p14="http://schemas.microsoft.com/office/powerpoint/2010/main" val="20880817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C40F3A-A0A2-487E-B28C-0D8A5F47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2CC8F-8477-4112-AB8B-01D25EF0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フェーズ1｜環境確認後にサーバーを起動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D9909-C501-4D3E-90E3-EF3318DA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npm ciの完了を待ってから、ターミナルBを操作します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7E570-9F67-47F8-B8EC-EFBA0087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AEE77-AA81-4E33-89A1-6F43F829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3AC37-2760-4923-967B-29729707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86F88-3B19-4997-9A88-CFFECD02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A78DE-A0D4-4499-A84A-D4673917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A：Claude Codeへ依頼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6C95F-04EF-4481-9A60-4D328121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1. npm ci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2. npm run doctor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✗ があれば修正せず停止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B2FE0-3742-4073-BC52-78BF12CB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EB38CA-4D93-4445-A940-2CEFC312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B：参加者が操作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CF107-A120-404F-AD5D-15FAE63D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3. npm run dev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4. localhost:5173を開く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5. ハイ＆ローを最後まで試遊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13BC4-24EB-4018-B226-F7D8D599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3C8C1-0877-444E-BC5B-FD971780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npm installは使わない。doctorの✗行と直下の「→」行をそのまま確認する</a:t>
            </a:r>
          </a:p>
        </p:txBody>
      </p:sp>
    </p:spTree>
    <p:extLst>
      <p:ext uri="{BB962C8B-B14F-4D97-AF65-F5344CB8AC3E}">
        <p14:creationId xmlns:p14="http://schemas.microsoft.com/office/powerpoint/2010/main" val="9205313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A97AE3-398C-43CD-B92E-C14050B1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6847F-59D2-43D2-8D88-8014B6E5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フェーズ1｜完了条件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B5A39-C8C9-43B7-89C7-E9C3E4B6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環境チェックと画面確認の両方を終えて、ルール確認へ進みます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D692C-629D-4966-8C0C-95204E3C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41D92-7415-4A6F-B6A5-A6CE6A15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B48F1-375F-451B-8DBA-DE366FD0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46243-C6DA-4F26-BAC5-58B9D9B2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47772-0BA2-4071-9580-E4537D35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環境・認証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85390-FFA6-4469-82A3-D0F06EA3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Node.js 22.x／GitHubログイン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clone直後はmain・変更なし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Claude Codeの起動案内を確認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doctorの9項目に✗がない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EF919-1F55-450A-8E0E-17AFFB50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B7CFF-37D3-4BA8-BB7B-4ED2243D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画面・担当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1BBDC-830A-4AC4-A63B-7BEDFE51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Bで開発サーバーが動作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一覧表示・ハイ＆ローの試遊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担当と編集範囲を記録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AとBの役割を説明できる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6F0E7-C7A8-4546-865D-5E34DF57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08AD0-E520-42A7-9253-41044DB6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npm run devは研修終了まで起動。テスト等は追加のBで実行します</a:t>
            </a:r>
          </a:p>
        </p:txBody>
      </p:sp>
    </p:spTree>
    <p:extLst>
      <p:ext uri="{BB962C8B-B14F-4D97-AF65-F5344CB8AC3E}">
        <p14:creationId xmlns:p14="http://schemas.microsoft.com/office/powerpoint/2010/main" val="8479646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66F183-FB84-42CD-AD3A-33CB0EAD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5D519-C696-4B0F-9618-FDC2C5ED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フェーズ2｜必須要件と対象外ルールを読む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D8616-D956-4070-82A4-142170A9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目的：実装するもの・実装しないものを、原文で確認する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8C430-B977-426F-A47E-70188190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317DD-4AE3-4C2F-B29C-C09FEAF0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手順書：フェーズ2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19FD8-35B1-40B8-B632-4C0A36FE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6D302-F1B4-494E-A79B-FDBF3DC1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A5B1B-DBF9-4F42-9628-A6E8AAF1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GitHub Issue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BF331-7ED1-46D8-8131-4F974BEA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A：本文を全文表示してもらう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要約・省略・並べ替えはしない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最後に必須要件の件数を確認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1A5A5-3856-49F2-8E13-E177FBD5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7378C-AC1A-487D-AD73-27DCDF1A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ゲームのルール文書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65185-B4E5-4C12-96B2-CD4716CE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docs/games/&lt;ゲームID&gt;.md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「今回は実装しないルール」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「時間が足りないときの省略順」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の内容を原文で確認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B5187-26E4-4AA9-8BA3-A49AAFEC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3F378-6CA0-43F9-91C4-211D0770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Issue・ルール文書のどちらにも記載がない機能は、実装対象に含めません</a:t>
            </a:r>
          </a:p>
        </p:txBody>
      </p:sp>
    </p:spTree>
    <p:extLst>
      <p:ext uri="{BB962C8B-B14F-4D97-AF65-F5344CB8AC3E}">
        <p14:creationId xmlns:p14="http://schemas.microsoft.com/office/powerpoint/2010/main" val="10729199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4A7D14-60EA-43E3-96D0-4E23213A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1397B-0268-41A2-83BF-3B76A536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フェーズ2｜要件件数を進捗の基準にする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A79E3-25F5-4DD9-AD9F-E214FA15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必須要件の件数を数え、実装中もIssueを見られる状態にします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AF569-252D-439E-9027-2E999590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57F71-5A4E-4B88-90D9-BE9A0692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手順書：フェーズ2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9210C-1BA1-49A2-B1EF-46B68AC8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FD2D9-B6F1-4959-97C5-599682FA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3335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D04F1-A1DE-40A6-92F3-73B7D715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1304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issue view &lt;Issue番号&gt; --web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7A5FC-DB51-4146-BCEE-D6A42F4D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BDAC1E-1AEC-4262-8D33-A38B6CE1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62375"/>
            <a:ext cx="1219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BでIssueをブラウザ表示する（開発サーバーとは別のPowerShell）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AD8A4-6A3E-4D2E-B8EE-FC8A109E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595B1-9FC2-4233-A0C9-978206D2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14875"/>
            <a:ext cx="1219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完了条件：Issue本文を省略せず最後まで読んだ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B484E-3A4C-4239-9102-0BD4AB61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673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1178B-591B-4B63-9804-FAA5B9A6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67375"/>
            <a:ext cx="1219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完了条件：必須要件の件数と、対象外ルールを確認した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EB874-E308-48E6-8C8D-145B22E2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453389-7545-450B-87E8-9D0A0567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実装中は、実装と確認が済んだ必須要件にIssue画面でチェックを入れます</a:t>
            </a:r>
          </a:p>
        </p:txBody>
      </p:sp>
    </p:spTree>
    <p:extLst>
      <p:ext uri="{BB962C8B-B14F-4D97-AF65-F5344CB8AC3E}">
        <p14:creationId xmlns:p14="http://schemas.microsoft.com/office/powerpoint/2010/main" val="18110348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BAC844-B8D2-4F8F-87DE-2CD2F91C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C3FA5-AA76-4EA9-ABDA-50DC9D87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フェーズ3｜ブランチと5つの雛形を用意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E5EC4-2DE3-4D99-B7BA-9659F575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目的：実装前に作業場所と提出経路を確認する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CD73E-B0BB-4664-9E7B-2D9B9B1D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5517D-EDC5-459D-A5EB-F612AB95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E8592-80D2-4E4D-AF3C-ADF40837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3E9F4-0289-4E6C-89ED-9E6738F5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41DBB-9B70-489B-B66A-20070458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A：順に実行を依頼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A5755-27C2-4DC6-B27E-CCEC263D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switch main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pull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switch -c feature/&lt;ゲームID&gt;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npm run scaffold -- --game &lt;ゲームID&gt;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npm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73F2D-0514-438D-A850-AD034F1C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9D88B-E774-4BAD-8B19-B6D6703C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生成する5ファイル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E279F-E0BB-4158-90FC-18ED67A6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index.ts：公開情報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&lt;Xxx&gt;Game.tsx：画面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logic.ts：ルールの純粋関数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logic.test.ts：テスト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README.md：遊び方・実装メモ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2CD7F-B721-41F9-9EDE-93AABFE9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B0523E-0CDC-44EA-AEA1-FABC8140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この段階では実装しません。/exit → claudeで起動し直し、担当表示を確認</a:t>
            </a:r>
          </a:p>
        </p:txBody>
      </p:sp>
    </p:spTree>
    <p:extLst>
      <p:ext uri="{BB962C8B-B14F-4D97-AF65-F5344CB8AC3E}">
        <p14:creationId xmlns:p14="http://schemas.microsoft.com/office/powerpoint/2010/main" val="10202574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BC245-ACCB-4304-81D0-524B72A0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FE95B-EAF8-418F-AFCB-33094D24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フェーズ3｜変更を確認し、Draft PRを作成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E918E-5A76-4973-878C-6C7136DA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A：Claude Codeへ依頼。push・PR作成はコマンドを確認して承認します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93FF1-7D8B-4CB6-8030-B17956AB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51A57-F97B-4907-87C9-27226933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B8E63-D227-47E5-AABB-33B19CE1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0CE11-C7EF-41D3-AF4E-7AE8DA3D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B0E61-EB08-4D16-80C6-5344F60A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status --short で変更一覧を確認する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2D9C4-542A-4BDF-A58D-B1AEF39D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30DD0-F5CA-4AA6-9334-525FC16B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194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担当フォルダだけをaddし、雛形追加のコミットを作成する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46E88-6AB0-4289-BF61-528FA865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9854D-EEB5-471D-87A4-1D19F6CD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481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push -u origin HEAD でGitHubへ送信する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DEC03-4613-4D3E-9B27-57E9BE07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3625B-CEBD-42EA-A884-ACB869DF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768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Draft PRを作成し、PR番号を記録する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C3E14-5155-4AAD-86C8-0F6B3690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54062-0CA5-43D8-99B6-93AF0AD9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Draft＝作業途中のPR。gh pr readyは実行せず、Draftのままにします</a:t>
            </a:r>
          </a:p>
        </p:txBody>
      </p:sp>
    </p:spTree>
    <p:extLst>
      <p:ext uri="{BB962C8B-B14F-4D97-AF65-F5344CB8AC3E}">
        <p14:creationId xmlns:p14="http://schemas.microsoft.com/office/powerpoint/2010/main" val="8091166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BFE2E-B61B-44EF-885F-B90A2CAF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CB7D0-5C21-4B70-BCF9-C911FCC5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フェーズ3｜CI成功を確認して実装へ進む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2E99C-A32F-4A5B-B437-A6A27A6E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CIはGitHub上で実行される自動チェックです。失敗を解消してから進みます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843D2-026D-4F06-B7CE-726D7871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8A478-16E0-40D9-BDAA-EF8AAAA7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B435D-B280-4DD9-9DE7-328BD92C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832749-9B5B-4160-95C6-92F70CED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13335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4AA34-CE75-4B35-899C-23B4B5E7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52675"/>
            <a:ext cx="13049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checks &lt;自分のPR番号&gt; --watch</a:t>
            </a:r>
          </a:p>
          <a:p xmlns:a="http://schemas.openxmlformats.org/drawingml/2006/main">
            <a:pPr>
              <a:defRPr sz="2475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view &lt;自分のPR番号&gt;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A3C9A-B41E-4E4F-8670-BFE41A08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F1A1F-DD0A-4CA0-B066-A3E59C3D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画面・ファイルの確認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5C781-8D08-4764-8023-E0E21D7E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62103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担当名・ゲーム名を表示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担当フォルダに5ファイル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一覧に「準備中」を表示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B36FC-9FE2-4440-8CFD-22A56A1B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43375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437113-4F90-444B-AE71-983DD002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29125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提出経路の確認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14692-281B-4B0B-8D51-2EB92500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34000"/>
            <a:ext cx="62103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push成功・Draft PR作成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PR番号を記録・verify成功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担当外ファイルをcommitしていない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73450B-F0DE-4288-9CBC-1589A4BD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66D58-CABB-44E6-9A10-41147BDF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CI失敗時は原因を確認。403エラーは招待の承諾状況を講師に相談します</a:t>
            </a:r>
          </a:p>
        </p:txBody>
      </p:sp>
    </p:spTree>
    <p:extLst>
      <p:ext uri="{BB962C8B-B14F-4D97-AF65-F5344CB8AC3E}">
        <p14:creationId xmlns:p14="http://schemas.microsoft.com/office/powerpoint/2010/main" val="12916832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E1BA9-CF8B-4138-89D1-B959A3A4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31AE7-2CB8-4BEA-93C1-8B2FDF92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フェーズ4｜実装計画を必須要件と照合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85B59-010A-4A37-80B7-19C8DE8C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目的：仕様に合う計画を確認し、最後まで遊べる実装につなげる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7E245-475D-4B9F-B313-533947D6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A20E4-5C77-4967-9A2E-031F47BA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BF9A6-5810-4AF8-9518-A2631D11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A0434-D202-41AF-849F-4FEFB42A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71A77-74FC-4A7F-A36B-0C541124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Aへ依頼：Issueとルール文書を読み、実装計画だけを作成する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23065-5396-4B1F-B766-A80C1756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453A3A-6C62-43DF-9221-30558CD1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3850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参加者が確認：必須要件を上から1件ずつ計画と照合する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2D22B-452E-420D-AEBE-A70F55E1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D8E9B5-2C7C-4A91-9DB1-C48A798B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8625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不足があれば追記、仕様にないルールがあれば計画から除く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499317-82CA-471D-ADAB-E9EBD792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A5C709-C909-4D91-8D4C-DBC74B7F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計画が一致したら実装を依頼する。発展課題には着手しない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DCA196-AA69-49FF-8885-3FC07026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D066D8-0A03-4B7A-8373-42F96134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計画の確認中は「まだコードを書かない・ファイルを変更しない」を維持</a:t>
            </a:r>
          </a:p>
        </p:txBody>
      </p:sp>
    </p:spTree>
    <p:extLst>
      <p:ext uri="{BB962C8B-B14F-4D97-AF65-F5344CB8AC3E}">
        <p14:creationId xmlns:p14="http://schemas.microsoft.com/office/powerpoint/2010/main" val="14101358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6A0ED2-44A5-4BCB-8A4D-20FB296A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8FFAF-269F-494D-BCD7-DE711848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フェーズ4｜実装後にテストと試遊を行う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2461E-9D87-43CD-921B-E60288FE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B：npm testを実行し、ブラウザをF5で再読み込みして操作します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C80D6-97AE-4373-94CF-BCA0DFEC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CD367-7C68-4C77-B465-C998AD11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9AF12-0C22-4AF4-9345-F5C889D4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AB1B2-5E18-494D-90A2-13B44CCC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585A8-C763-4272-8F26-0CD4E8DF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参加者が行うこと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336D0-09BD-489D-90EC-C02C7A3A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最初から最後までの試遊を試す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停止・白画面・未決着を記録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確認済みの必須要件にチェック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不具合はフェーズ5で修正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912B4-8238-45EC-BE6A-4E61E93F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F4478-92DC-4E97-875C-7BBD6A64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完了条件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AE475-3665-4423-8113-A255A20F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計画と必須要件を照合済み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npm testが成功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担当ゲームを表示・操作できる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変更が担当フォルダ内に収まる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83B5B-2FF0-459D-A517-9F42C6F9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1CACA8-14FA-4EFD-BDBC-193986B9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担当外の変更があれば元に戻すよう依頼し、変更一覧を再確認します</a:t>
            </a:r>
          </a:p>
        </p:txBody>
      </p:sp>
    </p:spTree>
    <p:extLst>
      <p:ext uri="{BB962C8B-B14F-4D97-AF65-F5344CB8AC3E}">
        <p14:creationId xmlns:p14="http://schemas.microsoft.com/office/powerpoint/2010/main" val="16123668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AB591-7E1D-43AE-BD49-61DDF7F2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49822-52C9-4F3F-8A52-1CF2D4F0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フェーズ5｜3つの観点で動作を検証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4D8C2-3814-4691-BF2E-2B9483C7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目的：不具合を見つけ、同じ操作で修正結果を確認する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5302A-12C3-42BF-9BFD-22895B4E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6EE86-05DC-48B8-8AFD-07EC9EA9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手順書：フェーズ5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4BBE0-F215-41BD-94D0-1B6962AC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DC219-FE25-48C0-8317-36411666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4E3EB-550C-4FEE-A196-93618770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正常操作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36D07-BECC-4F8A-8221-7444D339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3987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最初から最後まで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途中で止めずに遊ぶ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正しく決着するか確認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FABA2-012B-4D7B-9B84-B4C8B9FA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25AB7F-7589-447F-AF5A-87D4BA88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無効な操作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1C8C3D-94DB-4358-892E-A60C9244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3667125"/>
            <a:ext cx="3987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CPUの手番中に連打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出せないカードを選択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山札0枚で引く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状態が不正に変わらないか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0B2E6-B97F-4749-BA67-D02389D7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00423-D7EB-4424-969D-86976F74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リセット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D0C8C-C876-4A39-8E43-CCDBD651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667125"/>
            <a:ext cx="3987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ゲームをリセットして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2回目を開始する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初期状態に戻るか確認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EB246-C7FF-40A5-8B03-D259F20E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20F21D-3B3A-421B-BF9D-B1345E62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1人用ゲームはCPU関連を省き、そのゲームで無効になる操作を試します</a:t>
            </a:r>
          </a:p>
        </p:txBody>
      </p:sp>
    </p:spTree>
    <p:extLst>
      <p:ext uri="{BB962C8B-B14F-4D97-AF65-F5344CB8AC3E}">
        <p14:creationId xmlns:p14="http://schemas.microsoft.com/office/powerpoint/2010/main" val="104440629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E30CB-FC66-4E0C-9276-E9F4A42A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962BB-6199-4E7D-A5FD-F9E1C087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フェーズ5｜不具合は事実と期待を伝える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3D2F9-C385-4D53-8DF1-8AA7F8A4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Aで/planに切り替え、原因と改善策の計画を確認してから修正します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55392-32F2-4A45-8521-A4696A1B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F4729-0498-4648-8EC1-C0E77CAB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手順書：フェーズ5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1E6AE-24E2-49C0-A2CE-2BE1D00D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D88AB-086D-4226-9DED-344F8C67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3335000" cy="1895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CDC8D-FCE7-46CC-B5DB-D98F124A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3049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起きたこと：&lt;ブラウザで発生したこと&gt;</a:t>
            </a:r>
          </a:p>
          <a:p xmlns:a="http://schemas.openxmlformats.org/drawingml/2006/main">
            <a:pPr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期待する動作：&lt;本来どう動くべきか&gt;</a:t>
            </a:r>
          </a:p>
          <a:p xmlns:a="http://schemas.openxmlformats.org/drawingml/2006/main">
            <a:pPr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依頼：原因と改善策を計画。まだファイルは変更しない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BE45A-6A2C-46B8-9EDC-B749ABB5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434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0CA4B-5BFF-4EA5-800D-324B4013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43425"/>
            <a:ext cx="1219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参加者が計画を読み、報告した不具合に対応しているか確認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4B487-1CE4-4BE8-84CF-8D5675CB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8C452-8D35-483E-AC18-A7FCA2E2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86375"/>
            <a:ext cx="1219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計画に沿った修正を依頼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16A9A8-DFF2-4906-9FC2-545B1534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293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2FC54-B626-45EE-A099-624CB7FA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029325"/>
            <a:ext cx="1219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Bで再読み込みし、同じ操作で不具合が再現しないか確認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3EBD2-7671-40ED-952A-14A77694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83CEF-A856-4E3F-B158-3A047757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試す → 記録する → 計画を確認する → 修正する → 同じ操作で確かめる</a:t>
            </a:r>
          </a:p>
        </p:txBody>
      </p:sp>
    </p:spTree>
    <p:extLst>
      <p:ext uri="{BB962C8B-B14F-4D97-AF65-F5344CB8AC3E}">
        <p14:creationId xmlns:p14="http://schemas.microsoft.com/office/powerpoint/2010/main" val="51268057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8DDB13-3E46-4E84-9206-68C81300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ACB10-8709-4443-BAC6-1BA96A6C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フェーズ5｜必須要件を満たし、readyにする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914AB-DD75-4054-B6B1-F8CEF928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最後まで遊べるようになったら、残りの必須要件を確認します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49E39-01F2-484F-B794-EA00EF5C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23482-251A-43C5-AEA2-8FB0F959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手順書：フェーズ5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03FF1-2FDC-444A-BE9E-4602D520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8A0B5-5AA8-4345-85BE-0CE320A0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C87DB-E934-4AAD-A8B3-83D28B97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Aへ依頼：未実装の必須要件を一覧にし、上から順に実装する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6AF6A-4008-437A-84A6-43A56E86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B04EE-6067-4668-8ECA-9D47AA6F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194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実装後にnpm testを実行し、結果を確認する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BD5D7B-2404-49B8-B72B-B8F2FB71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02D54-808D-4C23-83B9-3B2702B5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481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全必須要件を満たしたら、index.tsのstatusだけを"ready"にする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42053-2604-41A8-947A-DDB973FB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3BED79-77AE-4EB6-AECD-45CCA458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768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変更後に再度npm testを実行する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6748BA-3859-460B-A7C9-3B6A38C1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B08CEF-B572-497F-8776-CCE1327C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完了条件：一通りの試遊・無効操作・不具合解消・テスト成功・全必須要件の充足</a:t>
            </a:r>
          </a:p>
        </p:txBody>
      </p:sp>
    </p:spTree>
    <p:extLst>
      <p:ext uri="{BB962C8B-B14F-4D97-AF65-F5344CB8AC3E}">
        <p14:creationId xmlns:p14="http://schemas.microsoft.com/office/powerpoint/2010/main" val="10734600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BB69A1-CF88-4642-82FC-7641F007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E6F52-5208-4B82-A473-06D6C6D7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フェーズ6｜verifyで提出前の検証を行う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BF39C-C0A1-47EC-91CA-20DDC536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目的：変更範囲・コード・動作・ビルドをまとめて確認する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3AD34-69B8-4FD7-8DE5-236E7E65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E6652-4A3C-4BDE-8224-BC9EBD95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手順書：フェーズ6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8CE54-A3DE-46CD-AA1C-DDE849CC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CAE36-F1FC-4320-B4B5-70156B7E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3335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79473-E0E7-45C6-AD26-5538A262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304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0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run verify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B91E4-856D-4A89-86BD-6022D8F9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8816B-E5C6-4055-B3AD-3DA8CFA3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範囲チェック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D97E4B-D4BE-4BAB-8E8A-090F48F3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9102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176C15-3D28-4162-87AC-EF7F3C19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D19FC-03D1-47C3-9A43-9BD857C7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lint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D3774B-0E3A-41EB-A348-8C9D1818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39102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F1E252-820D-4E7A-BFE9-46E20C9D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296F4-A2C9-45B1-8652-C56DD98A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型チェック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1489A1-D7B1-4378-8930-58AAFC2A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9102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31E553-E313-429B-8B8E-0D0C33A0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2497DF-6268-4765-81EA-A5906948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テスト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7E2ECD-CC02-4B70-8ED0-71C8227C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439102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00D4C9-0B4B-4E13-91AD-F5EFF286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8186E8-4887-40DA-B29A-3C77838D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ビルド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7B8BBB-E2F5-4F77-B24C-3A24597F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担当範囲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EF643D-E881-458C-A1D3-B06A82D6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記述ルール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C4BF9B-8E53-4388-BE6E-94F54B7E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型の整合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FDB044-FB39-4EAB-BB1C-7FE292EE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テスト結果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6CC10D-6D36-485E-B739-C80443C4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配布用生成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113B54-C2E2-4A8A-8B06-D9FA16D5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262E40-2F80-4ADA-8CB8-A4793D99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verifyが失敗したらそこで停止し、最初のエラーだけを報告してもらいます</a:t>
            </a:r>
          </a:p>
        </p:txBody>
      </p:sp>
    </p:spTree>
    <p:extLst>
      <p:ext uri="{BB962C8B-B14F-4D97-AF65-F5344CB8AC3E}">
        <p14:creationId xmlns:p14="http://schemas.microsoft.com/office/powerpoint/2010/main" val="421791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364375-4F81-477A-AF0B-8E49863F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78EEB-7A70-415D-BC9D-51976215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フェーズ6｜実際の変更に基づいてPRを更新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B7188-26D3-49F5-AC86-DCD55068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A：verify成功後、手順書の順序でコミット・push・本文更新を依頼します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B325F-7C5C-4F53-A552-26189228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2DAA8-E88B-4181-BAE0-8413ACB3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手順書：フェーズ6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80900-DA69-45F6-86D6-219CD47B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89772-F715-4BA1-B0A5-628AF8A8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0FD79E-8144-457E-B637-C44755A9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変更を送信する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A32A8-F490-460D-BE5E-FB1C8B82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担当フォルダだけをgit add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ゲーム実装のコミットを作成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pushを確認・承認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6D6DE-EC86-475B-AA24-67D8615B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E4E61-16C8-44EC-81FF-2DF90498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本文を更新する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190684-C38D-47E1-9BA6-9A2B5369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diff origin/main...HEADを確認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PRテンプレートに沿って作成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.pr-body.mdへ保存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gh pr editの実行を確認・承認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CEEDB5-C152-45F1-BA3C-2DC033A7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FF53B-244C-4C5C-B4FE-B4C1F946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未達の必須要件があれば「発展課題・未対応事項」に明記。AではDraft解除しない</a:t>
            </a:r>
          </a:p>
        </p:txBody>
      </p:sp>
    </p:spTree>
    <p:extLst>
      <p:ext uri="{BB962C8B-B14F-4D97-AF65-F5344CB8AC3E}">
        <p14:creationId xmlns:p14="http://schemas.microsoft.com/office/powerpoint/2010/main" val="52824864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EC1280-E5BE-44C2-98A0-74901D23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9272F-FD55-497E-9377-C3CFD4A3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フェーズ6｜参加者がDraftを解除して提出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55E3F-5059-41EB-8E60-82DA4AEF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B：提出を判断し、Draftを解除してからCIを確認します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6A3E4-7864-4D20-BB43-0AF85921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77F69-0510-4F4D-A4E1-B8DBA164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手順書：フェーズ6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FF9E2-3631-4BB2-8308-266C3F1F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94D32-A9ED-4859-804D-320F5877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13335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61216-D7A9-4F7E-9561-4F34E402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28875"/>
            <a:ext cx="13049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ready &lt;自分のPR番号&gt;</a:t>
            </a:r>
          </a:p>
          <a:p xmlns:a="http://schemas.openxmlformats.org/drawingml/2006/main">
            <a:pPr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checks &lt;自分のPR番号&gt; --watch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5149F-1576-44FB-81D9-BF845E2B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576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F4DEB-A534-4C44-B837-86AA4F4F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57675"/>
            <a:ext cx="1219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完了条件：npm run verifyが成功している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88E22-1737-4CCB-9566-5EA951D9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D672C-CDB4-4800-99F0-8E4A587E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86350"/>
            <a:ext cx="1219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完了条件：Draftを解除し、CIのverifyが成功している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B50E5-BFE4-4FB7-B576-088DE61E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150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C2E82-2328-45C9-B23A-5DD6910E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15025"/>
            <a:ext cx="1219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完了条件：講師へPR番号を伝えた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F8274D-D8FF-4B82-A5B1-E7BC0AFC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28E6E-243C-46C7-8BB7-0F25D3E6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ローカルの検証結果と、GitHub上のCI結果の両方を確認します</a:t>
            </a:r>
          </a:p>
        </p:txBody>
      </p:sp>
    </p:spTree>
    <p:extLst>
      <p:ext uri="{BB962C8B-B14F-4D97-AF65-F5344CB8AC3E}">
        <p14:creationId xmlns:p14="http://schemas.microsoft.com/office/powerpoint/2010/main" val="17630289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29014-7060-492B-B358-C6FF4069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55D52-1707-465F-B344-1CEF3D85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フェーズ7｜講師がマージし、公開する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03DFE-F578-4C6F-8B51-ED475854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目的：各ゲームの変更をmainへ統合し、公開先で結果を確認する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F7D2A-D668-40C6-BB50-6AC9A1A6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7FE96-1CD4-4314-87D5-3E802017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手順書：フェーズ7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BA1E6-F7CC-4E51-BD04-C6062ADF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7430E-0D06-46EF-8B75-C2280773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9813F-08C6-46A2-9FD8-A2151A65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参加者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22414-3515-4795-A43C-0B98AE2D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BでPRのCIを確認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verify失敗時は原因を修正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マージは実行しない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678F7-AA0E-4689-9022-73053D35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581910-D535-45F4-8B97-7CF546C4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講師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41DBA9-466D-4ADD-BB21-6E89B583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9件のPRを順にmainへマージ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マージごとに自動デプロイ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GitHub PagesのURLを投影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805079-1139-4C57-B221-027A3A90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EB29E7-4E7C-4551-BF74-1AC374C8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gh pr checks &lt;自分のPR番号&gt; で確認。verify失敗中のPRはマージできません</a:t>
            </a:r>
          </a:p>
        </p:txBody>
      </p:sp>
    </p:spTree>
    <p:extLst>
      <p:ext uri="{BB962C8B-B14F-4D97-AF65-F5344CB8AC3E}">
        <p14:creationId xmlns:p14="http://schemas.microsoft.com/office/powerpoint/2010/main" val="67460466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6CF2F-C077-4B7A-BC4A-609C6039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4BC8D-D47A-4489-A247-2A8B95D9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フェーズ7｜mainへ同期し、公開を確認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52A56-F2D4-402F-A9A2-CD662784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PRがマージされたあと、Aへmainへの同期を依頼します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F9EE2-FC00-4C37-8053-0E18C334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B09ED-BCE4-4357-BBA4-97880811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手順書：フェーズ7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85B4D-B5EA-4F37-B931-F0BFECEF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DD73B-B013-44A2-8728-8547B53E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AD978-D178-4E2B-A806-98C3EC2C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A：同期を依頼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C5A69-5BB5-4BFE-90BB-C0FF6372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switch main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pull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log --oneline -5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担当ゲームのmainへの反映を確認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44032-CC60-482A-99B3-A796276A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F8900-9625-4D64-8AFF-C92CEEE1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B：参加者が確認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D816E-1882-48EA-BC92-95B340ED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公開URLで担当ゲームを開始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手元のブラウザもF5で再読み込み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確認後にCtrl + Cで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開発サーバーを停止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63390E-9938-41B9-BFCC-7ED8BE57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ABF8E-2CCF-4C96-B60C-1419E86F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完了条件：PRマージ済み・main反映済み・公開先で開始可能・サーバー停止</a:t>
            </a:r>
          </a:p>
        </p:txBody>
      </p:sp>
    </p:spTree>
    <p:extLst>
      <p:ext uri="{BB962C8B-B14F-4D97-AF65-F5344CB8AC3E}">
        <p14:creationId xmlns:p14="http://schemas.microsoft.com/office/powerpoint/2010/main" val="131423893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164918-EE7D-449F-9D95-6E5608D9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104E6-FC49-4510-BE5E-6079D333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研修で身につける共同開発の進め方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AD8DA-21A1-4AAF-866D-E2A16F7D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自分の担当ゲームを例に、次の3点を説明してみましょう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DA60D-ABC7-417F-A9D7-4963879D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FDB87-5B41-4236-9780-DBBCAC7E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44318-F225-43DC-8049-9A57B5DA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98B42-F6FF-4D92-A046-C683E5E9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69F74-E7A9-4CED-B414-F19FE687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仕様を確認する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FD50B-DE2D-4D18-AA78-E5C3DC66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3987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何を実装し、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何を対象外にしましたか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Issueと計画の対応を説明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92D48-9E8E-4228-AA90-ED40DBDE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BD0B0-9AAA-4795-9AB6-D46FEBE5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実装を確かめる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9CCCBA-6389-427D-AAE4-EF979022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3667125"/>
            <a:ext cx="3987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AIの変更を、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どの操作で確認しましたか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テストと試遊の役割を説明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7265D-F571-4D3F-951F-49F65ADE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86D1E9-E5B9-4266-B0F7-AE6F37D9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変更を共有する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9F81D-4907-487E-A641-55CBF1EE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667125"/>
            <a:ext cx="3987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担当の変更は、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どの工程で公開されましたか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PR・CI・マージの関係を説明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2E3457-09B3-496C-91CD-5ABE7A1B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50817-F6F4-435A-849A-E69CC0F8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実務でも、実装範囲を決め、計画と動作を確認してから変更を提出する</a:t>
            </a:r>
          </a:p>
        </p:txBody>
      </p:sp>
    </p:spTree>
    <p:extLst>
      <p:ext uri="{BB962C8B-B14F-4D97-AF65-F5344CB8AC3E}">
        <p14:creationId xmlns:p14="http://schemas.microsoft.com/office/powerpoint/2010/main" val="4240732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2026-09-06T14:26:30.3990000Z</dcterms:created>
  <dcterms:modified xsi:type="dcterms:W3CDTF">2026-09-06T14:26:30.3990000Z</dcterms:modified>
</coreProperties>
</file>