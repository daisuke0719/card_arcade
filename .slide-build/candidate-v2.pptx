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7216cb764d4654" /><Relationship Type="http://schemas.openxmlformats.org/officeDocument/2006/relationships/extended-properties" Target="/docProps/app.xml" Id="Rf5b956c238c24804" /><Relationship Type="http://schemas.openxmlformats.org/officeDocument/2006/relationships/officeDocument" Target="/ppt/presentation.xml" Id="Re34ec6958a4b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59ea0a8cc4e82"/>
  </p:sldMasterIdLst>
  <p:notesMasterIdLst>
    <p:notesMasterId xmlns:r="http://schemas.openxmlformats.org/officeDocument/2006/relationships" r:id="R7c676e556db048eb"/>
  </p:notesMasterIdLst>
  <p:sldIdLst>
    <p:sldId xmlns:r="http://schemas.openxmlformats.org/officeDocument/2006/relationships" id="256" r:id="R052b97bd17854a51"/>
    <p:sldId xmlns:r="http://schemas.openxmlformats.org/officeDocument/2006/relationships" id="257" r:id="R1647ed769bff4b2f"/>
    <p:sldId xmlns:r="http://schemas.openxmlformats.org/officeDocument/2006/relationships" id="258" r:id="R300f09956cd946ea"/>
    <p:sldId xmlns:r="http://schemas.openxmlformats.org/officeDocument/2006/relationships" id="259" r:id="R1be7e1f748b94939"/>
    <p:sldId xmlns:r="http://schemas.openxmlformats.org/officeDocument/2006/relationships" id="260" r:id="R5fa9acab0253480a"/>
    <p:sldId xmlns:r="http://schemas.openxmlformats.org/officeDocument/2006/relationships" id="261" r:id="Rb42c581711d345cb"/>
    <p:sldId xmlns:r="http://schemas.openxmlformats.org/officeDocument/2006/relationships" id="262" r:id="R37cb4b88e8954464"/>
    <p:sldId xmlns:r="http://schemas.openxmlformats.org/officeDocument/2006/relationships" id="263" r:id="R02cd462f6ef04008"/>
    <p:sldId xmlns:r="http://schemas.openxmlformats.org/officeDocument/2006/relationships" id="264" r:id="R0a19dcb0cdf44ed0"/>
    <p:sldId xmlns:r="http://schemas.openxmlformats.org/officeDocument/2006/relationships" id="265" r:id="R04c39d4bdf434fe1"/>
    <p:sldId xmlns:r="http://schemas.openxmlformats.org/officeDocument/2006/relationships" id="266" r:id="R2ce72551b8b44c0e"/>
    <p:sldId xmlns:r="http://schemas.openxmlformats.org/officeDocument/2006/relationships" id="267" r:id="R6272909f9af94d8d"/>
    <p:sldId xmlns:r="http://schemas.openxmlformats.org/officeDocument/2006/relationships" id="268" r:id="R01dc55def2e64dfa"/>
    <p:sldId xmlns:r="http://schemas.openxmlformats.org/officeDocument/2006/relationships" id="269" r:id="R673d3805f86a445e"/>
    <p:sldId xmlns:r="http://schemas.openxmlformats.org/officeDocument/2006/relationships" id="270" r:id="R92a95ecb6f184f54"/>
    <p:sldId xmlns:r="http://schemas.openxmlformats.org/officeDocument/2006/relationships" id="271" r:id="R186b83d7c8a54773"/>
    <p:sldId xmlns:r="http://schemas.openxmlformats.org/officeDocument/2006/relationships" id="272" r:id="R956e1148ff1c4b6c"/>
    <p:sldId xmlns:r="http://schemas.openxmlformats.org/officeDocument/2006/relationships" id="273" r:id="Rd5352e5a7e7a4c9a"/>
    <p:sldId xmlns:r="http://schemas.openxmlformats.org/officeDocument/2006/relationships" id="274" r:id="R189123c6cad14f40"/>
    <p:sldId xmlns:r="http://schemas.openxmlformats.org/officeDocument/2006/relationships" id="275" r:id="R283d9780488d4813"/>
    <p:sldId xmlns:r="http://schemas.openxmlformats.org/officeDocument/2006/relationships" id="276" r:id="R07a79aeefcf94f1d"/>
    <p:sldId xmlns:r="http://schemas.openxmlformats.org/officeDocument/2006/relationships" id="277" r:id="R3b570e9d5d7d4fa3"/>
    <p:sldId xmlns:r="http://schemas.openxmlformats.org/officeDocument/2006/relationships" id="278" r:id="R8b84010fce8a4d97"/>
    <p:sldId xmlns:r="http://schemas.openxmlformats.org/officeDocument/2006/relationships" id="279" r:id="R39c0b3da287b42fe"/>
    <p:sldId xmlns:r="http://schemas.openxmlformats.org/officeDocument/2006/relationships" id="280" r:id="R92abae72dbbd41f4"/>
    <p:sldId xmlns:r="http://schemas.openxmlformats.org/officeDocument/2006/relationships" id="281" r:id="R5783283c77d84696"/>
    <p:sldId xmlns:r="http://schemas.openxmlformats.org/officeDocument/2006/relationships" id="282" r:id="R4e140b828c954ac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0ae24d41d4e39" /><Relationship Type="http://schemas.openxmlformats.org/officeDocument/2006/relationships/slideMaster" Target="/ppt/slideMasters/slideMaster1.xml" Id="Rd4359ea0a8cc4e82" /><Relationship Type="http://schemas.openxmlformats.org/officeDocument/2006/relationships/notesMaster" Target="/ppt/notesMasters/notesMaster1.xml" Id="R7c676e556db048eb" /><Relationship Type="http://schemas.openxmlformats.org/officeDocument/2006/relationships/presProps" Target="/ppt/presProps.xml" Id="R6ed6d6e2a03e4747" /><Relationship Type="http://schemas.openxmlformats.org/officeDocument/2006/relationships/tableStyles" Target="/ppt/tableStyles.xml" Id="Re9133333752d44aa" /><Relationship Type="http://schemas.openxmlformats.org/officeDocument/2006/relationships/slide" Target="/ppt/slides/slide1.xml" Id="R052b97bd17854a51" /><Relationship Type="http://schemas.openxmlformats.org/officeDocument/2006/relationships/slide" Target="/ppt/slides/slide2.xml" Id="R1647ed769bff4b2f" /><Relationship Type="http://schemas.openxmlformats.org/officeDocument/2006/relationships/slide" Target="/ppt/slides/slide3.xml" Id="R300f09956cd946ea" /><Relationship Type="http://schemas.openxmlformats.org/officeDocument/2006/relationships/slide" Target="/ppt/slides/slide4.xml" Id="R1be7e1f748b94939" /><Relationship Type="http://schemas.openxmlformats.org/officeDocument/2006/relationships/slide" Target="/ppt/slides/slide5.xml" Id="R5fa9acab0253480a" /><Relationship Type="http://schemas.openxmlformats.org/officeDocument/2006/relationships/slide" Target="/ppt/slides/slide6.xml" Id="Rb42c581711d345cb" /><Relationship Type="http://schemas.openxmlformats.org/officeDocument/2006/relationships/slide" Target="/ppt/slides/slide7.xml" Id="R37cb4b88e8954464" /><Relationship Type="http://schemas.openxmlformats.org/officeDocument/2006/relationships/slide" Target="/ppt/slides/slide8.xml" Id="R02cd462f6ef04008" /><Relationship Type="http://schemas.openxmlformats.org/officeDocument/2006/relationships/slide" Target="/ppt/slides/slide9.xml" Id="R0a19dcb0cdf44ed0" /><Relationship Type="http://schemas.openxmlformats.org/officeDocument/2006/relationships/slide" Target="/ppt/slides/slide10.xml" Id="R04c39d4bdf434fe1" /><Relationship Type="http://schemas.openxmlformats.org/officeDocument/2006/relationships/slide" Target="/ppt/slides/slide11.xml" Id="R2ce72551b8b44c0e" /><Relationship Type="http://schemas.openxmlformats.org/officeDocument/2006/relationships/slide" Target="/ppt/slides/slide12.xml" Id="R6272909f9af94d8d" /><Relationship Type="http://schemas.openxmlformats.org/officeDocument/2006/relationships/slide" Target="/ppt/slides/slide13.xml" Id="R01dc55def2e64dfa" /><Relationship Type="http://schemas.openxmlformats.org/officeDocument/2006/relationships/slide" Target="/ppt/slides/slide14.xml" Id="R673d3805f86a445e" /><Relationship Type="http://schemas.openxmlformats.org/officeDocument/2006/relationships/slide" Target="/ppt/slides/slide15.xml" Id="R92a95ecb6f184f54" /><Relationship Type="http://schemas.openxmlformats.org/officeDocument/2006/relationships/slide" Target="/ppt/slides/slide16.xml" Id="R186b83d7c8a54773" /><Relationship Type="http://schemas.openxmlformats.org/officeDocument/2006/relationships/slide" Target="/ppt/slides/slide17.xml" Id="R956e1148ff1c4b6c" /><Relationship Type="http://schemas.openxmlformats.org/officeDocument/2006/relationships/slide" Target="/ppt/slides/slide18.xml" Id="Rd5352e5a7e7a4c9a" /><Relationship Type="http://schemas.openxmlformats.org/officeDocument/2006/relationships/slide" Target="/ppt/slides/slide19.xml" Id="R189123c6cad14f40" /><Relationship Type="http://schemas.openxmlformats.org/officeDocument/2006/relationships/slide" Target="/ppt/slides/slide20.xml" Id="R283d9780488d4813" /><Relationship Type="http://schemas.openxmlformats.org/officeDocument/2006/relationships/slide" Target="/ppt/slides/slide21.xml" Id="R07a79aeefcf94f1d" /><Relationship Type="http://schemas.openxmlformats.org/officeDocument/2006/relationships/slide" Target="/ppt/slides/slide22.xml" Id="R3b570e9d5d7d4fa3" /><Relationship Type="http://schemas.openxmlformats.org/officeDocument/2006/relationships/slide" Target="/ppt/slides/slide23.xml" Id="R8b84010fce8a4d97" /><Relationship Type="http://schemas.openxmlformats.org/officeDocument/2006/relationships/slide" Target="/ppt/slides/slide24.xml" Id="R39c0b3da287b42fe" /><Relationship Type="http://schemas.openxmlformats.org/officeDocument/2006/relationships/slide" Target="/ppt/slides/slide25.xml" Id="R92abae72dbbd41f4" /><Relationship Type="http://schemas.openxmlformats.org/officeDocument/2006/relationships/slide" Target="/ppt/slides/slide26.xml" Id="R5783283c77d84696" /><Relationship Type="http://schemas.openxmlformats.org/officeDocument/2006/relationships/slide" Target="/ppt/slides/slide27.xml" Id="R4e140b828c95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45ae30647f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af5f156134139" /><Relationship Type="http://schemas.openxmlformats.org/officeDocument/2006/relationships/notesMaster" Target="/ppt/notesMasters/notesMaster1.xml" Id="R9141c0ef4c52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70c6b0bcc744c3" /><Relationship Type="http://schemas.openxmlformats.org/officeDocument/2006/relationships/notesMaster" Target="/ppt/notesMasters/notesMaster1.xml" Id="R32548c35e1b0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f052957d094b10" /><Relationship Type="http://schemas.openxmlformats.org/officeDocument/2006/relationships/notesMaster" Target="/ppt/notesMasters/notesMaster1.xml" Id="Rbae7b07ba2dd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0b57c87bae40ed" /><Relationship Type="http://schemas.openxmlformats.org/officeDocument/2006/relationships/notesMaster" Target="/ppt/notesMasters/notesMaster1.xml" Id="Rde1115099555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e320b24244aea" /><Relationship Type="http://schemas.openxmlformats.org/officeDocument/2006/relationships/notesMaster" Target="/ppt/notesMasters/notesMaster1.xml" Id="R89fd2e0d9e7d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b2afd960a4659" /><Relationship Type="http://schemas.openxmlformats.org/officeDocument/2006/relationships/notesMaster" Target="/ppt/notesMasters/notesMaster1.xml" Id="R35d0596648be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cd59190e0482a" /><Relationship Type="http://schemas.openxmlformats.org/officeDocument/2006/relationships/notesMaster" Target="/ppt/notesMasters/notesMaster1.xml" Id="R7876d3b1517c43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316b446bcf4c13" /><Relationship Type="http://schemas.openxmlformats.org/officeDocument/2006/relationships/notesMaster" Target="/ppt/notesMasters/notesMaster1.xml" Id="Rebd86dad600a45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5a4113af9a4c05" /><Relationship Type="http://schemas.openxmlformats.org/officeDocument/2006/relationships/notesMaster" Target="/ppt/notesMasters/notesMaster1.xml" Id="Re2d62790e68e40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5d9ca74d1a4f9b" /><Relationship Type="http://schemas.openxmlformats.org/officeDocument/2006/relationships/notesMaster" Target="/ppt/notesMasters/notesMaster1.xml" Id="Ra9df1b58157543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1dfcd6e4a54272" /><Relationship Type="http://schemas.openxmlformats.org/officeDocument/2006/relationships/notesMaster" Target="/ppt/notesMasters/notesMaster1.xml" Id="R94034c150a00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99a9a601b345f3" /><Relationship Type="http://schemas.openxmlformats.org/officeDocument/2006/relationships/notesMaster" Target="/ppt/notesMasters/notesMaster1.xml" Id="R18164fd9146247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690f4fc9743f7" /><Relationship Type="http://schemas.openxmlformats.org/officeDocument/2006/relationships/notesMaster" Target="/ppt/notesMasters/notesMaster1.xml" Id="R8deea399b81541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c4ab48ae874c5e" /><Relationship Type="http://schemas.openxmlformats.org/officeDocument/2006/relationships/notesMaster" Target="/ppt/notesMasters/notesMaster1.xml" Id="Rb118f5ab488849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3e3e4a663c4b3e" /><Relationship Type="http://schemas.openxmlformats.org/officeDocument/2006/relationships/notesMaster" Target="/ppt/notesMasters/notesMaster1.xml" Id="Rad6ebbbc1b084c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27860ef3a34ef0" /><Relationship Type="http://schemas.openxmlformats.org/officeDocument/2006/relationships/notesMaster" Target="/ppt/notesMasters/notesMaster1.xml" Id="Rc51abc49ec384e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6e56a86a984209" /><Relationship Type="http://schemas.openxmlformats.org/officeDocument/2006/relationships/notesMaster" Target="/ppt/notesMasters/notesMaster1.xml" Id="R0aa56c48503345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711f79c2ce4f00" /><Relationship Type="http://schemas.openxmlformats.org/officeDocument/2006/relationships/notesMaster" Target="/ppt/notesMasters/notesMaster1.xml" Id="R5b47a6d416d74e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3fd61333204ae9" /><Relationship Type="http://schemas.openxmlformats.org/officeDocument/2006/relationships/notesMaster" Target="/ppt/notesMasters/notesMaster1.xml" Id="R4a1bc72a951e45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4e79371fb24cdf" /><Relationship Type="http://schemas.openxmlformats.org/officeDocument/2006/relationships/notesMaster" Target="/ppt/notesMasters/notesMaster1.xml" Id="Rbd2e6240412046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80351e2eeb4c67" /><Relationship Type="http://schemas.openxmlformats.org/officeDocument/2006/relationships/notesMaster" Target="/ppt/notesMasters/notesMaster1.xml" Id="R68e77c504f0540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39f8eb514a4af5" /><Relationship Type="http://schemas.openxmlformats.org/officeDocument/2006/relationships/notesMaster" Target="/ppt/notesMasters/notesMaster1.xml" Id="Rf773fc89683d49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bd38a7892a4dc2" /><Relationship Type="http://schemas.openxmlformats.org/officeDocument/2006/relationships/notesMaster" Target="/ppt/notesMasters/notesMaster1.xml" Id="R34280f1e7b6c4c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143d3378414744" /><Relationship Type="http://schemas.openxmlformats.org/officeDocument/2006/relationships/notesMaster" Target="/ppt/notesMasters/notesMaster1.xml" Id="R7946fd300fe549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cf9b4a065f4782" /><Relationship Type="http://schemas.openxmlformats.org/officeDocument/2006/relationships/notesMaster" Target="/ppt/notesMasters/notesMaster1.xml" Id="Rc6fbd77ddb734c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279bc15c3b4088" /><Relationship Type="http://schemas.openxmlformats.org/officeDocument/2006/relationships/notesMaster" Target="/ppt/notesMasters/notesMaster1.xml" Id="Ra6bc45e2690949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8fe580d38449d1" /><Relationship Type="http://schemas.openxmlformats.org/officeDocument/2006/relationships/notesMaster" Target="/ppt/notesMasters/notesMaster1.xml" Id="R687a55c30505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923b72550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3cc210e574585" /><Relationship Type="http://schemas.openxmlformats.org/officeDocument/2006/relationships/slideLayout" Target="/ppt/slideLayouts/slideLayout1.xml" Id="Rdf7df82793ae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df82793ae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522753704b99" /><Relationship Type="http://schemas.openxmlformats.org/officeDocument/2006/relationships/notesSlide" Target="/ppt/notesSlides/notesSlide1.xml" Id="Rf7ef5a5829de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cb1f86534110" /><Relationship Type="http://schemas.openxmlformats.org/officeDocument/2006/relationships/notesSlide" Target="/ppt/notesSlides/notesSlide2.xml" Id="Rb9babca7ca1c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df7483c8b41fd" /><Relationship Type="http://schemas.openxmlformats.org/officeDocument/2006/relationships/notesSlide" Target="/ppt/notesSlides/notesSlide3.xml" Id="Ra7279b1c1a7848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63b76ef354ba0" /><Relationship Type="http://schemas.openxmlformats.org/officeDocument/2006/relationships/notesSlide" Target="/ppt/notesSlides/notesSlide4.xml" Id="R7935922b1459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6798b51242b2" /><Relationship Type="http://schemas.openxmlformats.org/officeDocument/2006/relationships/notesSlide" Target="/ppt/notesSlides/notesSlide5.xml" Id="R04db85a9c26845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239668124b00" /><Relationship Type="http://schemas.openxmlformats.org/officeDocument/2006/relationships/notesSlide" Target="/ppt/notesSlides/notesSlide6.xml" Id="R43008c550d3042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b1c4e4ba24c31" /><Relationship Type="http://schemas.openxmlformats.org/officeDocument/2006/relationships/notesSlide" Target="/ppt/notesSlides/notesSlide7.xml" Id="R48a57d2ec55a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cf50726cc4b66" /><Relationship Type="http://schemas.openxmlformats.org/officeDocument/2006/relationships/notesSlide" Target="/ppt/notesSlides/notesSlide8.xml" Id="R4edf5c0d8b22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a48f5eaa941c1" /><Relationship Type="http://schemas.openxmlformats.org/officeDocument/2006/relationships/notesSlide" Target="/ppt/notesSlides/notesSlide9.xml" Id="R175dea24bdea44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0973d8ad64590" /><Relationship Type="http://schemas.openxmlformats.org/officeDocument/2006/relationships/notesSlide" Target="/ppt/notesSlides/notesSlide10.xml" Id="R067bfbb560254e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1519bbe9943c2" /><Relationship Type="http://schemas.openxmlformats.org/officeDocument/2006/relationships/notesSlide" Target="/ppt/notesSlides/notesSlide11.xml" Id="R97cb131cd6bc4b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7c9f4aad447b7" /><Relationship Type="http://schemas.openxmlformats.org/officeDocument/2006/relationships/notesSlide" Target="/ppt/notesSlides/notesSlide12.xml" Id="Rc39d15caac094e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5591b399c4dd9" /><Relationship Type="http://schemas.openxmlformats.org/officeDocument/2006/relationships/notesSlide" Target="/ppt/notesSlides/notesSlide13.xml" Id="R5f19437ace9a48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c4db830fa44e6" /><Relationship Type="http://schemas.openxmlformats.org/officeDocument/2006/relationships/notesSlide" Target="/ppt/notesSlides/notesSlide14.xml" Id="Rd18fedc8bab648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afebbf26f44b5" /><Relationship Type="http://schemas.openxmlformats.org/officeDocument/2006/relationships/notesSlide" Target="/ppt/notesSlides/notesSlide15.xml" Id="Rab72a6036e8f4c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ce765e2044774" /><Relationship Type="http://schemas.openxmlformats.org/officeDocument/2006/relationships/notesSlide" Target="/ppt/notesSlides/notesSlide16.xml" Id="R1dfe95f6e16449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d3e2a604a47ae" /><Relationship Type="http://schemas.openxmlformats.org/officeDocument/2006/relationships/notesSlide" Target="/ppt/notesSlides/notesSlide17.xml" Id="Rd2e769709baf46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6f589d4114d22" /><Relationship Type="http://schemas.openxmlformats.org/officeDocument/2006/relationships/notesSlide" Target="/ppt/notesSlides/notesSlide18.xml" Id="R6c16e1ad3f6f41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b0345ae794437" /><Relationship Type="http://schemas.openxmlformats.org/officeDocument/2006/relationships/notesSlide" Target="/ppt/notesSlides/notesSlide19.xml" Id="R85d4b700161441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c7d33005c4ad3" /><Relationship Type="http://schemas.openxmlformats.org/officeDocument/2006/relationships/notesSlide" Target="/ppt/notesSlides/notesSlide20.xml" Id="R75e455aa9cbf44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c91498a7f4f97" /><Relationship Type="http://schemas.openxmlformats.org/officeDocument/2006/relationships/notesSlide" Target="/ppt/notesSlides/notesSlide21.xml" Id="R0f734f06b9de4a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c4ba48014059" /><Relationship Type="http://schemas.openxmlformats.org/officeDocument/2006/relationships/notesSlide" Target="/ppt/notesSlides/notesSlide22.xml" Id="R01948d99f5cb47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2358597f94033" /><Relationship Type="http://schemas.openxmlformats.org/officeDocument/2006/relationships/notesSlide" Target="/ppt/notesSlides/notesSlide23.xml" Id="Ra74b4e8a0ba049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fefff78be45eb" /><Relationship Type="http://schemas.openxmlformats.org/officeDocument/2006/relationships/notesSlide" Target="/ppt/notesSlides/notesSlide24.xml" Id="R79c0751828a042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77b8e436c49e4" /><Relationship Type="http://schemas.openxmlformats.org/officeDocument/2006/relationships/notesSlide" Target="/ppt/notesSlides/notesSlide25.xml" Id="R23f4c7be553940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adc636924014" /><Relationship Type="http://schemas.openxmlformats.org/officeDocument/2006/relationships/notesSlide" Target="/ppt/notesSlides/notesSlide26.xml" Id="Rb3af31393c2c41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7ed7e64148b1" /><Relationship Type="http://schemas.openxmlformats.org/officeDocument/2006/relationships/notesSlide" Target="/ppt/notesSlides/notesSlide27.xml" Id="Rff14be3f13bc40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D626-A252-49F1-8E3A-6218568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5C75-0703-4CDE-A5F1-CE51C1F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C263-4031-4E2C-B3E6-1C81712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1BB5-AEBD-40A4-89FB-0DD2B9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2269-2E7D-4A8F-BDAC-9CE0AAB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8849-3E6B-4184-9D00-83D43A2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9191-D053-4E36-A128-0348131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11236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2F6-1B48-410C-A23F-A6C15ED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100-6587-48F0-BD9E-7A2C439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4CAD-3402-406F-8129-24EA85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05C-A571-4326-90CA-47B214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A7F1-1E45-431D-AD63-4A6069C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6FB3-606A-4404-9ED7-33962DE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EA47-B3D3-4D89-B2C5-C05CD91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6251-1CA5-406C-B13A-D7A904C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94E-5793-4653-A162-E0E375F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340B-4C38-4F7A-B3E3-034FE8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AC5B-6FE0-47B7-A047-7454B6F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0B05-408B-4D4D-8759-D3AEF7E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計画を確認して実装する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34019-37E4-456F-9B81-008BA7C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6A3B-D5E8-405C-8E26-990BB7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C0B1-B80F-4D1C-B7BC-2B92057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統合・公開の結果を確認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4F28F-CB3A-41B4-9CB2-4B062D2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27CD-FB25-46CF-BF4B-2DF4D1F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3636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ED8F0-C704-4532-9090-47E3E49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1478-E02D-4169-9BDA-DAE62A6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341E-3B3C-42B4-AB3E-9F7E17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ADBE-7886-41A2-87CA-0BA3D0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89EB-418A-4031-9F72-D2A5B25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4D86-9C01-4076-8104-279E7AA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F12-D6E3-4375-B7F3-36826DB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D64AA-3DF4-43BE-A4C0-7BAA581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45DE-33F7-4CC6-B62A-370E128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D6F9-1EF1-459C-A96B-3633673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7CAA-867A-413F-90BB-C39EB90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7CAD-C753-4035-936D-9CAD6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4B49-DDC4-4290-9F86-B6B315F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54A-DA41-41DD-A05F-E22997B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B57E-A137-4BA9-87FF-A0B887C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90B-3558-4E54-AFD4-750A2A7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A536D-6126-401A-81BD-57621F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BDCC-748C-4729-941B-6AB34F4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75C46-03AF-4877-A898-FAFDCF5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484B1-AACF-4B03-B524-5B2B393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DA37-FDB9-43B1-91CD-AC89BC3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15F8-CB9C-492B-A2CE-4AD5B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98D8-9A14-4D42-9242-044949B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84957-0654-4C89-B268-457CF72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37010-9DC9-42B4-B006-562EFCC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1D798-C979-4478-B3CF-251D6B8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ADB81-5F55-4970-97B8-038E96D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6E675-1DC2-4B6B-92FE-DC35E41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24DB-2556-4004-85C4-449C9B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CE6D-EBDC-4A36-8378-1B65F70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9BA5-8339-4D80-AAD8-5F2B1B9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49F4-3BC2-4F71-8331-867EA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322BF-57CF-4DC0-A32C-C630C4D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00829-6641-41C7-A364-20F3846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5535-D37D-4CC0-8242-A417F09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882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95AE-A4A4-48AF-AE27-EAF15D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78BC-B043-4D01-8684-E26EC1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AFAC-032A-47E5-B365-78A0E16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0891-930B-41F8-86DB-421BD07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F9F0-AC9F-437E-A58C-61D9DE0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854B-6299-47E6-987D-464B8D9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43F2-AA73-4F6A-A537-8641FA1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CCA7C-F2D7-4C76-B032-0221B73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4B3A-EBCC-46EA-8A8B-EA897B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CC35-EACD-40AD-8E03-BAB92D1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889F-F35B-41E2-AA84-3C714CA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9C5B-B7EA-43C6-9F4B-D04FB3D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5FE9-E257-4566-9C38-8BC1AE6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DC7AB-6429-4083-95C3-B607F7D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F5D46-B92C-4384-93A1-7C586E8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共有する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DA0B-D843-45EF-9EEA-D9D5ACA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D8D3-9AA3-44B3-8770-2899992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97466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6E5F4-63E4-43E0-8768-BA069C6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CEA-A88A-4D49-B52C-CE3B2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7フェーズで進める共同開発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C84C-1E1F-43E5-855F-8D5456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各フェーズの完了条件を確認してから、次へ進みます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B4E6-2838-49F3-8908-E7572F7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9069-628A-4D7D-B294-6791BE7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634C-A863-4A0E-A52A-C5BE3E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21B7-81BD-45D2-AAEC-29A9410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BFB0-16B6-4B61-AE94-98E449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  環境を用意する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8DC6-1BC8-43E6-9D66-8C7E5A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F9B9-04F5-4783-B24A-5C827B6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  担当ルールを読む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0341-5C67-4000-9CAD-C321DB5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ED09-CCBE-44CA-9E46-C8FDDE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  雛形・Draft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43C4-A71A-4244-A437-4BA57C4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0FCD-90E3-4BA3-9E90-F23974F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 ゲームを実装する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50317-75A1-4631-A520-9130DC7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59DD8-16C6-43FE-95B0-C0D8E3F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  検証・不具合修正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F2A8-DC71-442C-A25C-F22D511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FA6A-DA8F-4A58-BB3F-56289ED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  PRを提出する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A062-4E8F-455F-BAA2-3F6FF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F9106-EFAF-450A-B501-A0FA3A7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  マージ・公開確認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B06AC-8FD9-411A-924B-4EA9C0B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308D-F53D-4260-AE39-1571A1D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講師がフェーズの区切りで全体の進捗を確認します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335121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2834-C8F6-42DA-ABB5-EA45B90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3D9-ACA7-40E7-90EA-D202FE0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82F5-203E-47F6-9C3B-2C9753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19AB-4802-4E7A-AF61-D425FE0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6473-FB6D-450E-823B-1A2CECE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CCEFE-CEFE-4369-B0A8-F7091D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常時起動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5BEF-1522-447D-B76E-3DCC543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086B-2925-4D6E-9579-66F6745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1228727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3D709-CD87-4181-9DEB-E146F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D2CB-A5A6-474E-9BC5-BC748E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8D24-D207-4F56-8BD9-56EFDBC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51D6-9928-4F1A-AFE6-58A200C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936B-CD3A-450B-894E-EF92724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8D91-E080-4F81-AD79-654635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72F0-8339-48F1-8D83-EB18D6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F29B-D96B-4EA0-9FEC-422B94A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115716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5941-7648-4F91-8020-11DABA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6C25-E0EF-4501-86A3-3A3738A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フェーズ1｜ツール・認証・クローン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88E-4E06-4AE3-B0F8-2475D2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8D81-4900-4897-9770-9F078AB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AD39-1B4B-4646-8748-BD3EE55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3DD6-A6F3-4AF6-82D2-D75219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79DB-6FD2-4C8C-9C1C-4BEE7C6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6263-C6DB-4862-A411-17262C2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FED6-164B-475B-9369-654A072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122-D1FE-45CE-8B77-887DCAC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B73-BB47-48B8-866A-AD0C19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F0E2-E1C4-48CC-8658-812ED08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E7D3-EAEE-4022-8CA9-3BD63D6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A805-802E-4D8C-9E6A-9543D09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09CC-AFBA-4D42-8AE0-095BC67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F88FA-5647-411A-B8F8-2EBB210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2014207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B4130-04F4-459F-935A-21EB8FE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8FD7-C98E-4C03-B9BF-E064407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2EEF-ACFB-4762-8C21-D9AC6DD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AD3F8-37EF-4F7D-9AD7-FB75BCF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FBD6-1161-4E19-8259-7587DF4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1C5-10AE-4AB0-B8C7-6B21184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90135-EE99-4E02-A217-790D7D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CA63-C8BE-471A-B078-62C07A2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[任意のフォルダ]/card_arcade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8694-6603-481D-8E95-431787E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395A-24CD-4776-8503-91632EC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このPowerShellを「ターミナルA」として使う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CA69-1696-402A-8D71-BD48C5A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6ADE-8F40-4CB6-A08E-F95C94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7839-EF4D-4DC3-8156-8D4E1D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B76D-6A1E-4145-940F-8AC6CBC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D2A1-8551-44DC-B5BB-D603650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5779-CA34-4C03-B155-08438F9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担当情報は、フェーズ3でブランチを作成して起動し直すと反映されます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1450326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EC6-C4A1-4C88-9A49-4E6FD8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8DF1-FAA2-406E-8608-A14190A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E2BC-B771-4103-88A9-2D1D2ED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A0E7-75ED-4C6F-B5EA-6CBC7C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B051-7A8E-452C-B26F-31ED2F6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6A2E-7EC4-4B6E-B1E8-0F32B5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BA1C-CFB2-4C47-B9E8-93CFD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07F5-AC84-4DD4-8820-2E92DCF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61CA-B512-4E46-9609-2C99E64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7D9C9-F68E-4A8E-A89F-14C8B1B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08AF-620E-4E74-A6B9-545887A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1B88-B42E-472E-8274-3CD52B7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FD20-8451-41F1-AA49-BB05777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EA78-A4EA-4618-879A-0A0696C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1905178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4EB5-6E71-4C1F-BADA-0B73DB4A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64A0-DCBC-45FC-A966-3CE194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281B-7EE1-4C8C-BFBC-ED638A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DB8E-7BD5-488B-A4F8-1873FC2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0722-1CEB-485E-825F-B481DC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527C-BC14-4581-81C5-3F05AF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69D1-4745-4E24-93EA-8F367F3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19C4-2EBA-4458-BD1D-F1E9F5A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F0815-A75A-4D95-91D8-7BF5547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3C35-27A6-4F60-85C1-9AD78C1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49E55-C224-444A-AAF6-6C1E40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E8AD-9195-41E1-9F80-7B1F11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3282-A70C-4769-A184-7C6738B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6ECB-786B-4EA3-AFE4-035F9A1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7157778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FFAB-6433-4E1E-B4DC-59D43C2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777-D15A-40E3-8295-F71FD99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4E8D-C9AF-4065-967E-B7CFBC0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1BB7B-A399-4ABE-8605-C69AD07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8813E-ACF5-4007-85C0-E38B76A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95265-615F-41A0-A68C-386FEB0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6A63-9E0E-4BD2-9CE1-F6D24B9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4A9D-5E4F-4A97-82F3-1F7B321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C8C-2682-49EB-860D-B1C7245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FE59-96E9-4699-BE61-371CF20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CCED-368D-409F-8A7F-3F983FC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5344-3A80-4F94-AE14-035935C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1D3AC-69FB-4652-A82E-3724AE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5416-0557-4598-A33F-3AEAF95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636110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8F5A-A204-4B73-B2AE-8BAB04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43C-D19A-4002-BE31-AA6A9F0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AD0F-3B67-4F0B-B390-101DB8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3886-C4DE-42FB-8200-EB2B2F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01D3-2278-4467-87DD-ECF212F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B6693-D9BF-4D0D-9FA4-F5F21FE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F8F9-8603-4E6E-8911-316C3B8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9F57-5FEB-41A3-8B0E-FED1135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BBC9D-ECCB-4040-BC8D-0A7EBA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C896-8786-4894-A979-3E73285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BAC2-6EAF-4AA8-8923-B723CC0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DD6-731D-4C46-AD9F-83FD13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5F98-BC6A-4CE8-B2AA-3D438B8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4E3D-1427-4BCB-8918-813EC5C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354B-41F2-4114-8B84-DEB712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9EFE-BCFC-422C-8A9F-0791060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0737246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CD7F-530E-431C-80D5-1F194D4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07E-83EF-410C-8467-94C83F6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64CE-A0AF-4390-AC93-C74F2FB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C77E-DB1D-45D9-88BE-C0E878F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E4EE-C139-4F0C-B824-CB9B0F8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A53B-7B7D-48B3-9007-640774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5B4C5-66AC-4714-B4B6-10001EA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D1F-92F1-4DB2-88DA-BA52333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052F-B3A8-409A-AABA-38362EF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担当ゲームのscaffoldを実行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712A-4880-47F7-8D13-B06091C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95B7-AF34-4EF5-8370-9ADC379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E7F4-0D8C-4FE4-B145-497093C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1759-2538-4153-86EC-CB53D98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D968-C2B4-4D16-A393-24E9906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実行コマンドは手順書を参照。雛形生成後は /exit → claude で担当表示を確認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754384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F8A54-D03A-4C8A-8780-61F46A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12F1-A41A-4B2F-B9D8-63EA4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DA44-DA03-406C-B3E1-A30E733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F9E7-2BCE-428A-8C7E-0EB72A7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CAD6-F48B-41E4-BE22-3E9D71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53D1-29CD-451B-9BF8-56DD79C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B968-E937-4E99-A5FC-F8C0F24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00D6-75CC-42E3-AE32-322B31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CF5-572B-493B-A0B4-FCEA7BF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F33C-803B-4B54-A7A1-733C1A6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EE53-4F9F-4440-9F69-61B630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C1B-4F59-46C1-8AE4-9183FD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AFA6-9477-4307-93B0-843EC3E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5F0A-FFDF-478D-B0CD-42FBB6A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B9E9-F81B-4D6E-9311-400F17C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CA30-EABF-45DD-9445-674CBC9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15038483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3D13-0920-42F5-BF8B-9552B60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1D62-30AE-4A91-95C9-1BDFA6D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0B10-F1E7-472D-A650-F433606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E69-4F6A-4AFF-8337-D0727C6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C58D-24D7-4EEB-8E69-7CD6DD1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AC6-5605-47E5-A658-4A4FF45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BE15-B964-41DC-8DF4-27E270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D94C-B227-4EF8-9E79-23BFFFF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D091-5BE0-4950-9AF5-8115ED7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A156-B189-48E9-A2D0-91DDF03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124A-34FC-4003-A0C2-054A1DA5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2520-688D-415C-96C9-3198448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1608-FFD1-40E7-B093-B0190A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093-5E5C-445F-AAEA-9A67D00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FEE3-447D-456D-8A37-14D1FCF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75DD-E2FF-4862-953B-102BE63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21089859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0D8C3-198E-45AB-ACC8-EF97434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6C48-E1F8-45B1-86E2-3D77031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BF2D-C3A2-48F2-81A3-5684D4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2E38-4307-48C2-9F03-AEACECD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6D40-F551-49C6-9027-6FC3B83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04D-B51A-413A-BF97-F20096C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CDD4-890B-49AF-88F0-FAA45A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FE5B-5482-41EE-85F9-7098817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D8D5-DD0C-463D-B642-D664D5B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1112-DDDF-4FD2-96EE-99CB1ED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6E53-2BEA-40AD-80E7-B852DE1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3187-BA99-4D41-9403-45D310F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DBB7-8ABB-4F72-87B0-8533CCC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5118-CDF3-4F54-88E3-7C041D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E2F9D-8515-4445-AF37-3D2665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2B13-B0F3-4AAC-BD18-223E7D6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508095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6A2C6-BA51-4401-B465-0CD4FA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B4D1-CBBA-4404-B0BD-3D99A2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80F-F864-4873-95DC-2F14848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806B-B46B-4B70-A21D-3C60A80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62C1-30BD-4065-A703-048AC12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6BA2-FB74-4A8B-9ADD-B0FCC50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60F4-24E5-49D5-8102-91A061D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239E-949E-42C9-8828-2E40853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C9DC5-18E2-4D49-8495-A162FD7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不具合はフェーズ5で修正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1970-7E4B-4CA4-9DEE-4FCCB9F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492D4-E08B-4C48-BB3F-C929011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53BA-48F9-4E48-8218-A6FAC3F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1576A-9309-4C7F-BCAD-82E38F5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2747-8602-480B-990E-F8C9C8B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921006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346C-57A0-4EA1-8FED-AE44009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44C-F719-4BFB-BF08-DE82FE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8890E-760A-49F3-B48B-481092E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4857-81F4-4F02-989D-9D51811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44E9-04D6-4EC4-B419-617D843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E0C4-2585-464C-B94F-BEF211D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F9F-E5B1-4AF7-BFD6-9F828B7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ABE3-6A84-496A-9709-55DC884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07DE-6380-4903-9662-243848C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F3A09-2B52-456F-9C6C-71E6A90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6E98-F1F4-4962-87FE-F27CEA7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7E21-5CF2-4353-8608-AC81312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状態が変わらないか確認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2B31A-A1C0-4C2B-BBE4-DF3CB71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64DC-3E5D-49F7-9062-9F6BB72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8116-8C5E-4478-8E66-1D27F5C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6628F-DE50-42E9-9F9A-4C1A48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BD810-B5BE-4FAE-910D-40FF732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8348374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D156B-3934-429F-A797-AFA76D5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BE94-F13F-4649-BA79-EC6403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5E60-8E08-4826-B9B9-91408F7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544A-6C70-4A1E-B6A6-4989817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6AA2-EC33-4287-A40B-B981E6F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06FB-061F-4638-973E-9BF9F66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B90-ECAF-4E12-A36D-32032E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CC60-B77C-4475-935B-EE972E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DB6-D7DD-4A76-BFC9-2881D2E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CD06-580B-4D76-B060-CCD35DF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1B9C-32D3-4BF0-BE9F-DF709BF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FFB4-2B78-4441-8541-0F68C2C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9C6B-B715-4080-BB3E-0B30EF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87D-BCD3-4222-8916-097ED1C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8990-B167-4AF3-A2E6-73223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6AF0-5862-4F47-BD6C-7D86729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412642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D1B-BD38-4015-89DF-8CBEC2A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46A1-C1B1-4484-AC1C-9EA8C0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A8D9-09FD-40B3-B4EB-06E3E7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612B4-5DAE-4AE0-ADDA-34D8CED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BE51-1972-4336-B372-33CB358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2A3D-92E3-476C-AADF-F1625B5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C81F-B37D-4371-9B44-C5090CD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CE96B-BCEB-4033-86F7-6F59B51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F859-A8AA-4F39-89EA-1924ADA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6830-86AD-43A8-B72E-971AE0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B4A1-F193-4188-8A9F-FCF2D81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9FAF-CDE7-44B7-97CE-1365278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A5F5-566E-4B3F-9B1A-C7B2F9B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DA1C-414A-476D-96AF-487EBE5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F6A1-3162-4BCC-AAB1-C3C1DD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323D-DE07-4EED-9DE7-51F828F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3905557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A7E6A-340E-4E30-B8CB-CD0B2B6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6BC7-915D-41A4-AB69-94F5AE8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545E-E62C-473F-8424-FCB13DB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908C-E3E7-43F7-8216-91AD354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DAF-817B-4E20-85EB-AC9800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D4F7-2AB3-44A9-B71B-7DEFC0C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C892-2402-4B81-A549-7D7EDCC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A215E-6CF6-436E-A4D0-7524A5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1FED-5C66-4E79-9D79-60B3315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9A03-F6DE-4A0D-AF30-C4EF2C0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9E3A-7477-421C-9730-1F8AD38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F639-FDDD-40F1-BE5F-5C8BF06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2F64C-2395-4340-8E77-AB2449B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0EE-4B04-464B-A07C-58317D0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280D-F90E-4D1F-8716-1704BE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E912B-06F4-4F77-BD39-01ED48D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A6EC-E02F-4B77-A8C1-DED6F7B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D5BF-F845-4646-B55D-4C344D8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858-A4F0-4486-9681-0E42358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3F87-F25B-4F1A-8C5D-B8399E2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69E4C-7BFC-417B-B870-40C704F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CFCB-8836-46FF-A01A-73230E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C96EE-5F02-4A3E-B707-8B7196A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964A-5F83-410B-99A9-736BA2B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996E3-E317-46F9-B7FD-0B56E21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2AC4C-5F45-4C8B-8B8F-CC0541F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233-849E-453C-8409-E044FCA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61F5C-3F2B-48EE-9E32-B521965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25875-D155-4715-AEC7-80534D5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5266895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68ED3-2DD5-4B47-A639-4009994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FF2C-E0BA-4F2E-97C7-53C75EA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464-49BB-4918-A57A-16EF4B3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427A-525C-4909-B751-3A42EB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3E16-BAE9-4858-B213-684C095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6413-4A40-4AEA-BDBE-7794AD8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39AB7-5555-4C58-83BD-C447182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1F44-1592-4DDE-882A-1B51F8B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29E-672B-46B4-8095-EB2C611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B4E-3471-4605-A363-9ABC76D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50CC-F90B-4C4A-9547-C07782D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B3C2-9356-40A0-985E-4FB39CA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6875-579B-4CE7-89DC-E9FD824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1728-DDC2-47CF-A038-D5BC396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18497215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B0C8-DA27-4BE4-B958-F244B6B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F61A-001D-4F6A-A852-BD3F2B8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F443-204E-4D9D-971C-7624A2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B5A-4889-43B1-A363-3C1C6C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CECE-BBEE-4B0D-870D-58FC62A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46BF-2741-4240-BBBD-1C55621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A12DD-3ED2-41FD-9078-F84C327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4637-1BF4-4DDD-A406-2D48838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FE0C-269B-46AA-AE1B-FF1CFE8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3F2F8-A54A-49DD-A84C-085AA3F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5533-9D6E-4FD7-B1BF-4921A50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9C14-22E2-4EBF-A463-1E4865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4022-9B97-4238-8A15-E9DD2E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E065-AACA-4B59-B4C3-0C1B49B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7559-60D9-4C52-93B0-0249D7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43D5-7922-4CA6-80AD-C85A5D1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638102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88390-0B9A-4A40-8FA9-E2F9A2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561B-58D4-43BF-8B7E-75F7DCD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B6F6-EC96-4873-A697-4A84E43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7C47-6667-49A6-B302-6032A68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2AD4-A8BD-47B7-902A-DABCC56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8245-9EE5-4D34-908A-720DA6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39FB1-105D-4BE4-9A88-C7B1E7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F842-0329-4DE9-A9A4-9ACE550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4E4-B18C-4E66-B32A-F0492EE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AA60-BDCD-4B88-B01A-A64EF6F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EF0C-3B15-42DA-95C9-E89F361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C3C4-2F23-4C9D-A690-E824C9F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560B-3E82-4653-8A7B-D5B09F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FF53C-2C91-4872-8127-F62B9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3747703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E096-A750-4535-85D1-B9F20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87A9-C590-45DC-8ACE-3CF9B66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4F72-9164-48CD-BE00-1FEFDB4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0EA1-76C7-4C63-932B-74A9072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C34-49BD-4659-86C7-CDA000F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5A5A-B29E-42EF-98FA-B3AF6E6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F6A6-A358-40A9-92E7-0D22FA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9B54-5704-48E8-A80D-53D1B40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A9FA-0543-4314-B0C1-72A410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D2328-0E41-43B4-A951-8EA03AE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89F7-FDB1-4A11-8B5E-1E42D9F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3FF0-C61C-40D5-AFAC-0A48405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A9EA-D5AA-45FD-B40C-9091E1D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0AF4-AF98-4E48-805F-ACC9ABC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2012020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78D30-0644-42B4-9FFC-B4D5DDD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A3D1-6E93-498E-BA1E-8A1719A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EE1C-C651-45FD-B7B1-A8250C8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47DA-740A-43F0-B3C8-4CEED5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FEBC-E303-4A4E-BC8C-646148F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23B1-7D31-4F53-A5BF-F01D47B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2372-C27B-4682-9A11-9DD0A13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F4C-48DB-4108-AEDD-240C76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E6BB2-C8F0-4824-8108-D5583C1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D401-BB5F-4685-ABAC-0BE9858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7C78-A163-4A53-988D-18CAA01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963B-22F9-4A0C-B240-8C5C4C0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57D-5C37-4A88-BF9B-79D4157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06314-7689-4795-BA69-45BBA1A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2AFC-15BF-4A12-B449-C1086F9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97BE-1008-485D-B320-AA29920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CC3F-D1E2-4592-B3FD-A9891A2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69501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2026-09-06T14:30:30.7240000Z</dcterms:created>
  <dcterms:modified xsi:type="dcterms:W3CDTF">2026-09-06T14:30:30.7240000Z</dcterms:modified>
</coreProperties>
</file>